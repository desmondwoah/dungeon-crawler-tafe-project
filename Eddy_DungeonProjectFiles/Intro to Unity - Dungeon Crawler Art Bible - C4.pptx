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39"/>
  </p:notesMasterIdLst>
  <p:sldIdLst>
    <p:sldId id="256" r:id="rId2"/>
    <p:sldId id="284" r:id="rId3"/>
    <p:sldId id="285" r:id="rId4"/>
    <p:sldId id="286" r:id="rId5"/>
    <p:sldId id="287" r:id="rId6"/>
    <p:sldId id="288" r:id="rId7"/>
    <p:sldId id="282" r:id="rId8"/>
    <p:sldId id="259" r:id="rId9"/>
    <p:sldId id="266" r:id="rId10"/>
    <p:sldId id="268" r:id="rId11"/>
    <p:sldId id="264" r:id="rId12"/>
    <p:sldId id="260" r:id="rId13"/>
    <p:sldId id="293" r:id="rId14"/>
    <p:sldId id="296" r:id="rId15"/>
    <p:sldId id="294" r:id="rId16"/>
    <p:sldId id="295" r:id="rId17"/>
    <p:sldId id="265" r:id="rId18"/>
    <p:sldId id="261" r:id="rId19"/>
    <p:sldId id="297" r:id="rId20"/>
    <p:sldId id="283" r:id="rId21"/>
    <p:sldId id="270" r:id="rId22"/>
    <p:sldId id="271" r:id="rId23"/>
    <p:sldId id="272" r:id="rId24"/>
    <p:sldId id="273" r:id="rId25"/>
    <p:sldId id="275" r:id="rId26"/>
    <p:sldId id="276" r:id="rId27"/>
    <p:sldId id="278" r:id="rId28"/>
    <p:sldId id="277" r:id="rId29"/>
    <p:sldId id="279" r:id="rId30"/>
    <p:sldId id="280" r:id="rId31"/>
    <p:sldId id="298" r:id="rId32"/>
    <p:sldId id="281" r:id="rId33"/>
    <p:sldId id="290" r:id="rId34"/>
    <p:sldId id="292" r:id="rId35"/>
    <p:sldId id="289" r:id="rId36"/>
    <p:sldId id="291" r:id="rId37"/>
    <p:sldId id="299" r:id="rId38"/>
  </p:sldIdLst>
  <p:sldSz cx="9144000" cy="5143500" type="screen16x9"/>
  <p:notesSz cx="6858000" cy="9144000"/>
  <p:embeddedFontLst>
    <p:embeddedFont>
      <p:font typeface="Hind" panose="02000000000000000000" pitchFamily="2"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C9197-9E8C-4B9F-BA16-F5856107C63B}" v="43" dt="2024-05-02T04:01:13.7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204" d="100"/>
          <a:sy n="204" d="100"/>
        </p:scale>
        <p:origin x="534" y="1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BA2B2BFC-3AE1-7BB8-AA8F-CF5533D393C6}"/>
            </a:ext>
          </a:extLst>
        </p:cNvPr>
        <p:cNvGrpSpPr/>
        <p:nvPr/>
      </p:nvGrpSpPr>
      <p:grpSpPr>
        <a:xfrm>
          <a:off x="0" y="0"/>
          <a:ext cx="0" cy="0"/>
          <a:chOff x="0" y="0"/>
          <a:chExt cx="0" cy="0"/>
        </a:xfrm>
      </p:grpSpPr>
      <p:sp>
        <p:nvSpPr>
          <p:cNvPr id="215" name="Google Shape;215;ge58faa6e4b_0_200:notes">
            <a:extLst>
              <a:ext uri="{FF2B5EF4-FFF2-40B4-BE49-F238E27FC236}">
                <a16:creationId xmlns:a16="http://schemas.microsoft.com/office/drawing/2014/main" id="{2D4AF6E4-EC88-42E2-1252-7FA7AC1C64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e58faa6e4b_0_200:notes">
            <a:extLst>
              <a:ext uri="{FF2B5EF4-FFF2-40B4-BE49-F238E27FC236}">
                <a16:creationId xmlns:a16="http://schemas.microsoft.com/office/drawing/2014/main" id="{3566CD47-A1B4-9226-360B-6C0832C946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1907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7BBA2E57-AF3F-3946-7F77-EFF49C5B812F}"/>
            </a:ext>
          </a:extLst>
        </p:cNvPr>
        <p:cNvGrpSpPr/>
        <p:nvPr/>
      </p:nvGrpSpPr>
      <p:grpSpPr>
        <a:xfrm>
          <a:off x="0" y="0"/>
          <a:ext cx="0" cy="0"/>
          <a:chOff x="0" y="0"/>
          <a:chExt cx="0" cy="0"/>
        </a:xfrm>
      </p:grpSpPr>
      <p:sp>
        <p:nvSpPr>
          <p:cNvPr id="208" name="Google Shape;208;ge58faa6e4b_0_195:notes">
            <a:extLst>
              <a:ext uri="{FF2B5EF4-FFF2-40B4-BE49-F238E27FC236}">
                <a16:creationId xmlns:a16="http://schemas.microsoft.com/office/drawing/2014/main" id="{C0830076-49D5-2761-1FC2-B6417CCC72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e58faa6e4b_0_195:notes">
            <a:extLst>
              <a:ext uri="{FF2B5EF4-FFF2-40B4-BE49-F238E27FC236}">
                <a16:creationId xmlns:a16="http://schemas.microsoft.com/office/drawing/2014/main" id="{D663E65B-DB10-D237-1F43-A03E184A0D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1865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42658B8B-9170-5C90-A361-942992021BDB}"/>
            </a:ext>
          </a:extLst>
        </p:cNvPr>
        <p:cNvGrpSpPr/>
        <p:nvPr/>
      </p:nvGrpSpPr>
      <p:grpSpPr>
        <a:xfrm>
          <a:off x="0" y="0"/>
          <a:ext cx="0" cy="0"/>
          <a:chOff x="0" y="0"/>
          <a:chExt cx="0" cy="0"/>
        </a:xfrm>
      </p:grpSpPr>
      <p:sp>
        <p:nvSpPr>
          <p:cNvPr id="208" name="Google Shape;208;ge58faa6e4b_0_195:notes">
            <a:extLst>
              <a:ext uri="{FF2B5EF4-FFF2-40B4-BE49-F238E27FC236}">
                <a16:creationId xmlns:a16="http://schemas.microsoft.com/office/drawing/2014/main" id="{D468B0FA-BCBC-A75D-4587-4FED1BB4CE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e58faa6e4b_0_195:notes">
            <a:extLst>
              <a:ext uri="{FF2B5EF4-FFF2-40B4-BE49-F238E27FC236}">
                <a16:creationId xmlns:a16="http://schemas.microsoft.com/office/drawing/2014/main" id="{308CB3A5-35C4-616E-CEA5-D54AC259B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60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82B96F78-7159-E50E-40F6-484C50619E44}"/>
            </a:ext>
          </a:extLst>
        </p:cNvPr>
        <p:cNvGrpSpPr/>
        <p:nvPr/>
      </p:nvGrpSpPr>
      <p:grpSpPr>
        <a:xfrm>
          <a:off x="0" y="0"/>
          <a:ext cx="0" cy="0"/>
          <a:chOff x="0" y="0"/>
          <a:chExt cx="0" cy="0"/>
        </a:xfrm>
      </p:grpSpPr>
      <p:sp>
        <p:nvSpPr>
          <p:cNvPr id="208" name="Google Shape;208;ge58faa6e4b_0_195:notes">
            <a:extLst>
              <a:ext uri="{FF2B5EF4-FFF2-40B4-BE49-F238E27FC236}">
                <a16:creationId xmlns:a16="http://schemas.microsoft.com/office/drawing/2014/main" id="{1CC17084-8774-4DC7-B537-11FB0BA338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e58faa6e4b_0_195:notes">
            <a:extLst>
              <a:ext uri="{FF2B5EF4-FFF2-40B4-BE49-F238E27FC236}">
                <a16:creationId xmlns:a16="http://schemas.microsoft.com/office/drawing/2014/main" id="{B307A551-8C45-5296-BDE1-9BDD8A4537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4289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58faa6e4b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e58faa6e4b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e58faa6e4b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e58faa6e4b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e58faa6e4b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e58faa6e4b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e58faa6e4b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e58faa6e4b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e58faa6e4b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e58faa6e4b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e58faa6e4b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e58faa6e4b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691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e58faa6e4b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e58faa6e4b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220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e58faa6e4b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e58faa6e4b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394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e58faa6e4b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e58faa6e4b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4933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e58faa6e4b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e58faa6e4b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e58faa6e4b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e58faa6e4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e58faa6e4b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e58faa6e4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815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e58faa6e4b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e58faa6e4b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9153d8b1e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9153d8b1e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9153d8b1e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9153d8b1e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9153d8b1e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9153d8b1e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9153d8b1e7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9153d8b1e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9153d8b1e7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9153d8b1e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9153d8b1e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9153d8b1e7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9153d8b1e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29153d8b1e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9153d8b1e7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9153d8b1e7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9153d8b1e7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9153d8b1e7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9153d8b1e7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9153d8b1e7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2470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9153d8b1e7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9153d8b1e7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43F75905-8DA8-5A3B-1B8F-9A162A0076E0}"/>
            </a:ext>
          </a:extLst>
        </p:cNvPr>
        <p:cNvGrpSpPr/>
        <p:nvPr/>
      </p:nvGrpSpPr>
      <p:grpSpPr>
        <a:xfrm>
          <a:off x="0" y="0"/>
          <a:ext cx="0" cy="0"/>
          <a:chOff x="0" y="0"/>
          <a:chExt cx="0" cy="0"/>
        </a:xfrm>
      </p:grpSpPr>
      <p:sp>
        <p:nvSpPr>
          <p:cNvPr id="347" name="Google Shape;347;g29153d8b1e7_0_65:notes">
            <a:extLst>
              <a:ext uri="{FF2B5EF4-FFF2-40B4-BE49-F238E27FC236}">
                <a16:creationId xmlns:a16="http://schemas.microsoft.com/office/drawing/2014/main" id="{152BB068-E1FA-E44A-D9FC-5B3F97B1F8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9153d8b1e7_0_65:notes">
            <a:extLst>
              <a:ext uri="{FF2B5EF4-FFF2-40B4-BE49-F238E27FC236}">
                <a16:creationId xmlns:a16="http://schemas.microsoft.com/office/drawing/2014/main" id="{F21E6C1A-A071-6F93-A801-4BFE885CD7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3062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7E09F86C-937A-2899-D402-E8A418496E78}"/>
            </a:ext>
          </a:extLst>
        </p:cNvPr>
        <p:cNvGrpSpPr/>
        <p:nvPr/>
      </p:nvGrpSpPr>
      <p:grpSpPr>
        <a:xfrm>
          <a:off x="0" y="0"/>
          <a:ext cx="0" cy="0"/>
          <a:chOff x="0" y="0"/>
          <a:chExt cx="0" cy="0"/>
        </a:xfrm>
      </p:grpSpPr>
      <p:sp>
        <p:nvSpPr>
          <p:cNvPr id="360" name="Google Shape;360;g29153d8b1e7_0_76:notes">
            <a:extLst>
              <a:ext uri="{FF2B5EF4-FFF2-40B4-BE49-F238E27FC236}">
                <a16:creationId xmlns:a16="http://schemas.microsoft.com/office/drawing/2014/main" id="{17EC3C4F-FFAD-469D-3A2F-8207E14F9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9153d8b1e7_0_76:notes">
            <a:extLst>
              <a:ext uri="{FF2B5EF4-FFF2-40B4-BE49-F238E27FC236}">
                <a16:creationId xmlns:a16="http://schemas.microsoft.com/office/drawing/2014/main" id="{875D89CC-CEF7-D878-D88A-6B0C8321E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0311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9522877F-2B20-9B33-F92E-B99E5B527DF6}"/>
            </a:ext>
          </a:extLst>
        </p:cNvPr>
        <p:cNvGrpSpPr/>
        <p:nvPr/>
      </p:nvGrpSpPr>
      <p:grpSpPr>
        <a:xfrm>
          <a:off x="0" y="0"/>
          <a:ext cx="0" cy="0"/>
          <a:chOff x="0" y="0"/>
          <a:chExt cx="0" cy="0"/>
        </a:xfrm>
      </p:grpSpPr>
      <p:sp>
        <p:nvSpPr>
          <p:cNvPr id="208" name="Google Shape;208;ge58faa6e4b_0_195:notes">
            <a:extLst>
              <a:ext uri="{FF2B5EF4-FFF2-40B4-BE49-F238E27FC236}">
                <a16:creationId xmlns:a16="http://schemas.microsoft.com/office/drawing/2014/main" id="{5889782C-77B7-A0A2-9775-E0A639ADF5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e58faa6e4b_0_195:notes">
            <a:extLst>
              <a:ext uri="{FF2B5EF4-FFF2-40B4-BE49-F238E27FC236}">
                <a16:creationId xmlns:a16="http://schemas.microsoft.com/office/drawing/2014/main" id="{E3DBE13C-81D5-E845-83F0-D3BFF352BD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19637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B462B9C3-5A59-85F1-7A9C-F4B8E95284AE}"/>
            </a:ext>
          </a:extLst>
        </p:cNvPr>
        <p:cNvGrpSpPr/>
        <p:nvPr/>
      </p:nvGrpSpPr>
      <p:grpSpPr>
        <a:xfrm>
          <a:off x="0" y="0"/>
          <a:ext cx="0" cy="0"/>
          <a:chOff x="0" y="0"/>
          <a:chExt cx="0" cy="0"/>
        </a:xfrm>
      </p:grpSpPr>
      <p:sp>
        <p:nvSpPr>
          <p:cNvPr id="208" name="Google Shape;208;ge58faa6e4b_0_195:notes">
            <a:extLst>
              <a:ext uri="{FF2B5EF4-FFF2-40B4-BE49-F238E27FC236}">
                <a16:creationId xmlns:a16="http://schemas.microsoft.com/office/drawing/2014/main" id="{E31B1497-93F4-AC2A-473C-9C731D85EC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e58faa6e4b_0_195:notes">
            <a:extLst>
              <a:ext uri="{FF2B5EF4-FFF2-40B4-BE49-F238E27FC236}">
                <a16:creationId xmlns:a16="http://schemas.microsoft.com/office/drawing/2014/main" id="{06B807BA-C24E-6BB1-192E-0B772A848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10249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7E09F86C-937A-2899-D402-E8A418496E78}"/>
            </a:ext>
          </a:extLst>
        </p:cNvPr>
        <p:cNvGrpSpPr/>
        <p:nvPr/>
      </p:nvGrpSpPr>
      <p:grpSpPr>
        <a:xfrm>
          <a:off x="0" y="0"/>
          <a:ext cx="0" cy="0"/>
          <a:chOff x="0" y="0"/>
          <a:chExt cx="0" cy="0"/>
        </a:xfrm>
      </p:grpSpPr>
      <p:sp>
        <p:nvSpPr>
          <p:cNvPr id="360" name="Google Shape;360;g29153d8b1e7_0_76:notes">
            <a:extLst>
              <a:ext uri="{FF2B5EF4-FFF2-40B4-BE49-F238E27FC236}">
                <a16:creationId xmlns:a16="http://schemas.microsoft.com/office/drawing/2014/main" id="{17EC3C4F-FFAD-469D-3A2F-8207E14F9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9153d8b1e7_0_76:notes">
            <a:extLst>
              <a:ext uri="{FF2B5EF4-FFF2-40B4-BE49-F238E27FC236}">
                <a16:creationId xmlns:a16="http://schemas.microsoft.com/office/drawing/2014/main" id="{875D89CC-CEF7-D878-D88A-6B0C8321E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0872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328150" y="1991825"/>
            <a:ext cx="4487700" cy="1159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600"/>
              <a:buNone/>
              <a:defRPr sz="4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1" name="Google Shape;11;p2"/>
          <p:cNvSpPr/>
          <p:nvPr/>
        </p:nvSpPr>
        <p:spPr>
          <a:xfrm rot="5400000" flipH="1">
            <a:off x="6177275" y="-42338"/>
            <a:ext cx="3688200" cy="2246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 name="Google Shape;12;p2"/>
          <p:cNvSpPr/>
          <p:nvPr/>
        </p:nvSpPr>
        <p:spPr>
          <a:xfrm rot="5400000" flipH="1">
            <a:off x="-698074" y="3247200"/>
            <a:ext cx="3573900" cy="21771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 name="Google Shape;13;p2"/>
          <p:cNvSpPr/>
          <p:nvPr/>
        </p:nvSpPr>
        <p:spPr>
          <a:xfrm rot="-5400000" flipH="1">
            <a:off x="-428544" y="2831032"/>
            <a:ext cx="2195100" cy="13380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 name="Google Shape;14;p2"/>
          <p:cNvSpPr/>
          <p:nvPr/>
        </p:nvSpPr>
        <p:spPr>
          <a:xfrm rot="-5400000" flipH="1">
            <a:off x="563748" y="2068298"/>
            <a:ext cx="1518900" cy="9255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 name="Google Shape;15;p2"/>
          <p:cNvSpPr/>
          <p:nvPr/>
        </p:nvSpPr>
        <p:spPr>
          <a:xfrm rot="5400000">
            <a:off x="-253698" y="2260564"/>
            <a:ext cx="1297200" cy="7899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 name="Google Shape;16;p2"/>
          <p:cNvSpPr/>
          <p:nvPr/>
        </p:nvSpPr>
        <p:spPr>
          <a:xfrm rot="-5400000">
            <a:off x="-192598" y="1950593"/>
            <a:ext cx="985800" cy="6006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 name="Google Shape;17;p2"/>
          <p:cNvSpPr/>
          <p:nvPr/>
        </p:nvSpPr>
        <p:spPr>
          <a:xfrm rot="5400000" flipH="1">
            <a:off x="7217675" y="1270025"/>
            <a:ext cx="2394600" cy="14589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 name="Google Shape;18;p2"/>
          <p:cNvSpPr/>
          <p:nvPr/>
        </p:nvSpPr>
        <p:spPr>
          <a:xfrm rot="-5400000">
            <a:off x="7922499" y="2744289"/>
            <a:ext cx="1518600" cy="9255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 name="Google Shape;19;p2"/>
          <p:cNvSpPr/>
          <p:nvPr/>
        </p:nvSpPr>
        <p:spPr>
          <a:xfrm rot="-5400000" flipH="1">
            <a:off x="7315902" y="2802275"/>
            <a:ext cx="1027800" cy="6261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 name="Google Shape;20;p2"/>
          <p:cNvSpPr/>
          <p:nvPr/>
        </p:nvSpPr>
        <p:spPr>
          <a:xfrm rot="-5400000" flipH="1">
            <a:off x="6337825" y="578875"/>
            <a:ext cx="1520100" cy="9261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mall" type="blank">
  <p:cSld name="BLANK">
    <p:spTree>
      <p:nvGrpSpPr>
        <p:cNvPr id="1" name="Shape 21"/>
        <p:cNvGrpSpPr/>
        <p:nvPr/>
      </p:nvGrpSpPr>
      <p:grpSpPr>
        <a:xfrm>
          <a:off x="0" y="0"/>
          <a:ext cx="0" cy="0"/>
          <a:chOff x="0" y="0"/>
          <a:chExt cx="0" cy="0"/>
        </a:xfrm>
      </p:grpSpPr>
      <p:grpSp>
        <p:nvGrpSpPr>
          <p:cNvPr id="22" name="Google Shape;22;p3"/>
          <p:cNvGrpSpPr/>
          <p:nvPr/>
        </p:nvGrpSpPr>
        <p:grpSpPr>
          <a:xfrm>
            <a:off x="7934861" y="4"/>
            <a:ext cx="1209179" cy="2774603"/>
            <a:chOff x="7395202" y="-6"/>
            <a:chExt cx="1748884" cy="4013021"/>
          </a:xfrm>
        </p:grpSpPr>
        <p:sp>
          <p:nvSpPr>
            <p:cNvPr id="23" name="Google Shape;23;p3"/>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 name="Google Shape;24;p3"/>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 name="Google Shape;25;p3"/>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 name="Google Shape;26;p3"/>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 name="Google Shape;27;p3"/>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28" name="Google Shape;28;p3"/>
          <p:cNvGrpSpPr/>
          <p:nvPr/>
        </p:nvGrpSpPr>
        <p:grpSpPr>
          <a:xfrm>
            <a:off x="-1" y="2232486"/>
            <a:ext cx="874634" cy="2911268"/>
            <a:chOff x="3" y="2750304"/>
            <a:chExt cx="722480" cy="2404814"/>
          </a:xfrm>
        </p:grpSpPr>
        <p:sp>
          <p:nvSpPr>
            <p:cNvPr id="29" name="Google Shape;29;p3"/>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 name="Google Shape;30;p3"/>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 name="Google Shape;31;p3"/>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 name="Google Shape;32;p3"/>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 name="Google Shape;33;p3"/>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34" name="Google Shape;34;p3"/>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5"/>
        <p:cNvGrpSpPr/>
        <p:nvPr/>
      </p:nvGrpSpPr>
      <p:grpSpPr>
        <a:xfrm>
          <a:off x="0" y="0"/>
          <a:ext cx="0" cy="0"/>
          <a:chOff x="0" y="0"/>
          <a:chExt cx="0" cy="0"/>
        </a:xfrm>
      </p:grpSpPr>
      <p:sp>
        <p:nvSpPr>
          <p:cNvPr id="36" name="Google Shape;36;p4"/>
          <p:cNvSpPr txBox="1">
            <a:spLocks noGrp="1"/>
          </p:cNvSpPr>
          <p:nvPr>
            <p:ph type="title"/>
          </p:nvPr>
        </p:nvSpPr>
        <p:spPr>
          <a:xfrm>
            <a:off x="1067088" y="912850"/>
            <a:ext cx="5972100" cy="636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7" name="Google Shape;37;p4"/>
          <p:cNvSpPr txBox="1">
            <a:spLocks noGrp="1"/>
          </p:cNvSpPr>
          <p:nvPr>
            <p:ph type="body" idx="1"/>
          </p:nvPr>
        </p:nvSpPr>
        <p:spPr>
          <a:xfrm>
            <a:off x="1067100" y="1706950"/>
            <a:ext cx="2977800" cy="3218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sz="1800"/>
            </a:lvl4pPr>
            <a:lvl5pPr marL="2286000" lvl="4" indent="-342900" algn="l">
              <a:lnSpc>
                <a:spcPct val="100000"/>
              </a:lnSpc>
              <a:spcBef>
                <a:spcPts val="0"/>
              </a:spcBef>
              <a:spcAft>
                <a:spcPts val="0"/>
              </a:spcAft>
              <a:buSzPts val="1800"/>
              <a:buChar char="›"/>
              <a:defRPr sz="1800"/>
            </a:lvl5pPr>
            <a:lvl6pPr marL="2743200" lvl="5" indent="-342900" algn="l">
              <a:lnSpc>
                <a:spcPct val="100000"/>
              </a:lnSpc>
              <a:spcBef>
                <a:spcPts val="0"/>
              </a:spcBef>
              <a:spcAft>
                <a:spcPts val="0"/>
              </a:spcAft>
              <a:buSzPts val="1800"/>
              <a:buChar char="›"/>
              <a:defRPr sz="1800"/>
            </a:lvl6pPr>
            <a:lvl7pPr marL="3200400" lvl="6" indent="-342900" algn="l">
              <a:lnSpc>
                <a:spcPct val="100000"/>
              </a:lnSpc>
              <a:spcBef>
                <a:spcPts val="0"/>
              </a:spcBef>
              <a:spcAft>
                <a:spcPts val="0"/>
              </a:spcAft>
              <a:buSzPts val="1800"/>
              <a:buChar char="›"/>
              <a:defRPr sz="1800"/>
            </a:lvl7pPr>
            <a:lvl8pPr marL="3657600" lvl="7" indent="-342900" algn="l">
              <a:lnSpc>
                <a:spcPct val="100000"/>
              </a:lnSpc>
              <a:spcBef>
                <a:spcPts val="0"/>
              </a:spcBef>
              <a:spcAft>
                <a:spcPts val="0"/>
              </a:spcAft>
              <a:buSzPts val="1800"/>
              <a:buChar char="›"/>
              <a:defRPr sz="1800"/>
            </a:lvl8pPr>
            <a:lvl9pPr marL="4114800" lvl="8" indent="-342900" algn="l">
              <a:lnSpc>
                <a:spcPct val="100000"/>
              </a:lnSpc>
              <a:spcBef>
                <a:spcPts val="0"/>
              </a:spcBef>
              <a:spcAft>
                <a:spcPts val="0"/>
              </a:spcAft>
              <a:buSzPts val="1800"/>
              <a:buChar char="»"/>
              <a:defRPr sz="1800"/>
            </a:lvl9pPr>
          </a:lstStyle>
          <a:p>
            <a:endParaRPr/>
          </a:p>
        </p:txBody>
      </p:sp>
      <p:sp>
        <p:nvSpPr>
          <p:cNvPr id="38" name="Google Shape;38;p4"/>
          <p:cNvSpPr txBox="1">
            <a:spLocks noGrp="1"/>
          </p:cNvSpPr>
          <p:nvPr>
            <p:ph type="body" idx="2"/>
          </p:nvPr>
        </p:nvSpPr>
        <p:spPr>
          <a:xfrm>
            <a:off x="4224149" y="1706950"/>
            <a:ext cx="2977800" cy="3218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sz="1800"/>
            </a:lvl4pPr>
            <a:lvl5pPr marL="2286000" lvl="4" indent="-342900" algn="l">
              <a:lnSpc>
                <a:spcPct val="100000"/>
              </a:lnSpc>
              <a:spcBef>
                <a:spcPts val="0"/>
              </a:spcBef>
              <a:spcAft>
                <a:spcPts val="0"/>
              </a:spcAft>
              <a:buSzPts val="1800"/>
              <a:buChar char="›"/>
              <a:defRPr sz="1800"/>
            </a:lvl5pPr>
            <a:lvl6pPr marL="2743200" lvl="5" indent="-342900" algn="l">
              <a:lnSpc>
                <a:spcPct val="100000"/>
              </a:lnSpc>
              <a:spcBef>
                <a:spcPts val="0"/>
              </a:spcBef>
              <a:spcAft>
                <a:spcPts val="0"/>
              </a:spcAft>
              <a:buSzPts val="1800"/>
              <a:buChar char="›"/>
              <a:defRPr sz="1800"/>
            </a:lvl6pPr>
            <a:lvl7pPr marL="3200400" lvl="6" indent="-342900" algn="l">
              <a:lnSpc>
                <a:spcPct val="100000"/>
              </a:lnSpc>
              <a:spcBef>
                <a:spcPts val="0"/>
              </a:spcBef>
              <a:spcAft>
                <a:spcPts val="0"/>
              </a:spcAft>
              <a:buSzPts val="1800"/>
              <a:buChar char="›"/>
              <a:defRPr sz="1800"/>
            </a:lvl7pPr>
            <a:lvl8pPr marL="3657600" lvl="7" indent="-342900" algn="l">
              <a:lnSpc>
                <a:spcPct val="100000"/>
              </a:lnSpc>
              <a:spcBef>
                <a:spcPts val="0"/>
              </a:spcBef>
              <a:spcAft>
                <a:spcPts val="0"/>
              </a:spcAft>
              <a:buSzPts val="1800"/>
              <a:buChar char="›"/>
              <a:defRPr sz="1800"/>
            </a:lvl8pPr>
            <a:lvl9pPr marL="4114800" lvl="8" indent="-342900" algn="l">
              <a:lnSpc>
                <a:spcPct val="100000"/>
              </a:lnSpc>
              <a:spcBef>
                <a:spcPts val="0"/>
              </a:spcBef>
              <a:spcAft>
                <a:spcPts val="0"/>
              </a:spcAft>
              <a:buSzPts val="1800"/>
              <a:buChar char="»"/>
              <a:defRPr sz="1800"/>
            </a:lvl9pPr>
          </a:lstStyle>
          <a:p>
            <a:endParaRPr/>
          </a:p>
        </p:txBody>
      </p:sp>
      <p:grpSp>
        <p:nvGrpSpPr>
          <p:cNvPr id="39" name="Google Shape;39;p4"/>
          <p:cNvGrpSpPr/>
          <p:nvPr/>
        </p:nvGrpSpPr>
        <p:grpSpPr>
          <a:xfrm>
            <a:off x="7395202" y="-6"/>
            <a:ext cx="1748884" cy="4013021"/>
            <a:chOff x="7395202" y="-6"/>
            <a:chExt cx="1748884" cy="4013021"/>
          </a:xfrm>
        </p:grpSpPr>
        <p:sp>
          <p:nvSpPr>
            <p:cNvPr id="40" name="Google Shape;40;p4"/>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 name="Google Shape;41;p4"/>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 name="Google Shape;42;p4"/>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 name="Google Shape;43;p4"/>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 name="Google Shape;44;p4"/>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45" name="Google Shape;45;p4"/>
          <p:cNvGrpSpPr/>
          <p:nvPr/>
        </p:nvGrpSpPr>
        <p:grpSpPr>
          <a:xfrm>
            <a:off x="3" y="2738679"/>
            <a:ext cx="722480" cy="2404814"/>
            <a:chOff x="3" y="2750304"/>
            <a:chExt cx="722480" cy="2404814"/>
          </a:xfrm>
        </p:grpSpPr>
        <p:sp>
          <p:nvSpPr>
            <p:cNvPr id="46" name="Google Shape;46;p4"/>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 name="Google Shape;47;p4"/>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 name="Google Shape;48;p4"/>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 name="Google Shape;49;p4"/>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 name="Google Shape;50;p4"/>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51" name="Google Shape;51;p4"/>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52"/>
        <p:cNvGrpSpPr/>
        <p:nvPr/>
      </p:nvGrpSpPr>
      <p:grpSpPr>
        <a:xfrm>
          <a:off x="0" y="0"/>
          <a:ext cx="0" cy="0"/>
          <a:chOff x="0" y="0"/>
          <a:chExt cx="0" cy="0"/>
        </a:xfrm>
      </p:grpSpPr>
      <p:sp>
        <p:nvSpPr>
          <p:cNvPr id="53" name="Google Shape;53;p5"/>
          <p:cNvSpPr txBox="1">
            <a:spLocks noGrp="1"/>
          </p:cNvSpPr>
          <p:nvPr>
            <p:ph type="title"/>
          </p:nvPr>
        </p:nvSpPr>
        <p:spPr>
          <a:xfrm>
            <a:off x="1067088" y="912850"/>
            <a:ext cx="5972100" cy="636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4" name="Google Shape;54;p5"/>
          <p:cNvSpPr txBox="1">
            <a:spLocks noGrp="1"/>
          </p:cNvSpPr>
          <p:nvPr>
            <p:ph type="body" idx="1"/>
          </p:nvPr>
        </p:nvSpPr>
        <p:spPr>
          <a:xfrm>
            <a:off x="1067088" y="1650548"/>
            <a:ext cx="5972100" cy="27645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600"/>
              </a:spcBef>
              <a:spcAft>
                <a:spcPts val="0"/>
              </a:spcAft>
              <a:buSzPts val="2400"/>
              <a:buChar char="›"/>
              <a:defRPr/>
            </a:lvl1pPr>
            <a:lvl2pPr marL="914400" lvl="1" indent="-381000" algn="l">
              <a:lnSpc>
                <a:spcPct val="100000"/>
              </a:lnSpc>
              <a:spcBef>
                <a:spcPts val="0"/>
              </a:spcBef>
              <a:spcAft>
                <a:spcPts val="0"/>
              </a:spcAft>
              <a:buSzPts val="2400"/>
              <a:buChar char="›"/>
              <a:defRPr/>
            </a:lvl2pPr>
            <a:lvl3pPr marL="1371600" lvl="2" indent="-381000" algn="l">
              <a:lnSpc>
                <a:spcPct val="100000"/>
              </a:lnSpc>
              <a:spcBef>
                <a:spcPts val="0"/>
              </a:spcBef>
              <a:spcAft>
                <a:spcPts val="0"/>
              </a:spcAft>
              <a:buSzPts val="2400"/>
              <a:buChar char="›"/>
              <a:defRPr/>
            </a:lvl3pPr>
            <a:lvl4pPr marL="1828800" lvl="3" indent="-381000" algn="l">
              <a:lnSpc>
                <a:spcPct val="100000"/>
              </a:lnSpc>
              <a:spcBef>
                <a:spcPts val="0"/>
              </a:spcBef>
              <a:spcAft>
                <a:spcPts val="0"/>
              </a:spcAft>
              <a:buSzPts val="2400"/>
              <a:buChar char="›"/>
              <a:defRPr/>
            </a:lvl4pPr>
            <a:lvl5pPr marL="2286000" lvl="4" indent="-381000" algn="l">
              <a:lnSpc>
                <a:spcPct val="100000"/>
              </a:lnSpc>
              <a:spcBef>
                <a:spcPts val="0"/>
              </a:spcBef>
              <a:spcAft>
                <a:spcPts val="0"/>
              </a:spcAft>
              <a:buSzPts val="2400"/>
              <a:buChar char="›"/>
              <a:defRPr/>
            </a:lvl5pPr>
            <a:lvl6pPr marL="2743200" lvl="5" indent="-381000" algn="l">
              <a:lnSpc>
                <a:spcPct val="100000"/>
              </a:lnSpc>
              <a:spcBef>
                <a:spcPts val="0"/>
              </a:spcBef>
              <a:spcAft>
                <a:spcPts val="0"/>
              </a:spcAft>
              <a:buSzPts val="2400"/>
              <a:buChar char="›"/>
              <a:defRPr/>
            </a:lvl6pPr>
            <a:lvl7pPr marL="3200400" lvl="6" indent="-381000" algn="l">
              <a:lnSpc>
                <a:spcPct val="100000"/>
              </a:lnSpc>
              <a:spcBef>
                <a:spcPts val="0"/>
              </a:spcBef>
              <a:spcAft>
                <a:spcPts val="0"/>
              </a:spcAft>
              <a:buSzPts val="2400"/>
              <a:buChar char="›"/>
              <a:defRPr/>
            </a:lvl7pPr>
            <a:lvl8pPr marL="3657600" lvl="7" indent="-381000" algn="l">
              <a:lnSpc>
                <a:spcPct val="100000"/>
              </a:lnSpc>
              <a:spcBef>
                <a:spcPts val="0"/>
              </a:spcBef>
              <a:spcAft>
                <a:spcPts val="0"/>
              </a:spcAft>
              <a:buSzPts val="2400"/>
              <a:buChar char="›"/>
              <a:defRPr/>
            </a:lvl8pPr>
            <a:lvl9pPr marL="4114800" lvl="8" indent="-381000" algn="l">
              <a:lnSpc>
                <a:spcPct val="100000"/>
              </a:lnSpc>
              <a:spcBef>
                <a:spcPts val="0"/>
              </a:spcBef>
              <a:spcAft>
                <a:spcPts val="0"/>
              </a:spcAft>
              <a:buSzPts val="2400"/>
              <a:buChar char="»"/>
              <a:defRPr/>
            </a:lvl9pPr>
          </a:lstStyle>
          <a:p>
            <a:endParaRPr/>
          </a:p>
        </p:txBody>
      </p:sp>
      <p:grpSp>
        <p:nvGrpSpPr>
          <p:cNvPr id="55" name="Google Shape;55;p5"/>
          <p:cNvGrpSpPr/>
          <p:nvPr/>
        </p:nvGrpSpPr>
        <p:grpSpPr>
          <a:xfrm>
            <a:off x="7395202" y="-6"/>
            <a:ext cx="1748884" cy="4013021"/>
            <a:chOff x="7395202" y="-6"/>
            <a:chExt cx="1748884" cy="4013021"/>
          </a:xfrm>
        </p:grpSpPr>
        <p:sp>
          <p:nvSpPr>
            <p:cNvPr id="56" name="Google Shape;56;p5"/>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 name="Google Shape;57;p5"/>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5"/>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5"/>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 name="Google Shape;60;p5"/>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61" name="Google Shape;61;p5"/>
          <p:cNvGrpSpPr/>
          <p:nvPr/>
        </p:nvGrpSpPr>
        <p:grpSpPr>
          <a:xfrm>
            <a:off x="3" y="2738679"/>
            <a:ext cx="722480" cy="2404814"/>
            <a:chOff x="3" y="2750304"/>
            <a:chExt cx="722480" cy="2404814"/>
          </a:xfrm>
        </p:grpSpPr>
        <p:sp>
          <p:nvSpPr>
            <p:cNvPr id="62" name="Google Shape;62;p5"/>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 name="Google Shape;63;p5"/>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 name="Google Shape;64;p5"/>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 name="Google Shape;65;p5"/>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6" name="Google Shape;66;p5"/>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67" name="Google Shape;67;p5"/>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68"/>
        <p:cNvGrpSpPr/>
        <p:nvPr/>
      </p:nvGrpSpPr>
      <p:grpSpPr>
        <a:xfrm>
          <a:off x="0" y="0"/>
          <a:ext cx="0" cy="0"/>
          <a:chOff x="0" y="0"/>
          <a:chExt cx="0" cy="0"/>
        </a:xfrm>
      </p:grpSpPr>
      <p:sp>
        <p:nvSpPr>
          <p:cNvPr id="69" name="Google Shape;69;p6"/>
          <p:cNvSpPr txBox="1">
            <a:spLocks noGrp="1"/>
          </p:cNvSpPr>
          <p:nvPr>
            <p:ph type="ctrTitle"/>
          </p:nvPr>
        </p:nvSpPr>
        <p:spPr>
          <a:xfrm>
            <a:off x="2647900" y="1659550"/>
            <a:ext cx="3848100" cy="1159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70" name="Google Shape;70;p6"/>
          <p:cNvSpPr txBox="1">
            <a:spLocks noGrp="1"/>
          </p:cNvSpPr>
          <p:nvPr>
            <p:ph type="subTitle" idx="1"/>
          </p:nvPr>
        </p:nvSpPr>
        <p:spPr>
          <a:xfrm>
            <a:off x="2647975" y="2763850"/>
            <a:ext cx="3848100" cy="784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3CCFF"/>
              </a:buClr>
              <a:buSzPts val="1800"/>
              <a:buNone/>
              <a:defRPr sz="1800">
                <a:solidFill>
                  <a:srgbClr val="33CCFF"/>
                </a:solidFill>
              </a:defRPr>
            </a:lvl1pPr>
            <a:lvl2pPr lvl="1" algn="ctr">
              <a:lnSpc>
                <a:spcPct val="100000"/>
              </a:lnSpc>
              <a:spcBef>
                <a:spcPts val="0"/>
              </a:spcBef>
              <a:spcAft>
                <a:spcPts val="0"/>
              </a:spcAft>
              <a:buClr>
                <a:srgbClr val="33CCFF"/>
              </a:buClr>
              <a:buSzPts val="1800"/>
              <a:buNone/>
              <a:defRPr sz="1800">
                <a:solidFill>
                  <a:srgbClr val="33CCFF"/>
                </a:solidFill>
              </a:defRPr>
            </a:lvl2pPr>
            <a:lvl3pPr lvl="2" algn="ctr">
              <a:lnSpc>
                <a:spcPct val="100000"/>
              </a:lnSpc>
              <a:spcBef>
                <a:spcPts val="0"/>
              </a:spcBef>
              <a:spcAft>
                <a:spcPts val="0"/>
              </a:spcAft>
              <a:buClr>
                <a:srgbClr val="33CCFF"/>
              </a:buClr>
              <a:buSzPts val="1800"/>
              <a:buNone/>
              <a:defRPr sz="1800">
                <a:solidFill>
                  <a:srgbClr val="33CCFF"/>
                </a:solidFill>
              </a:defRPr>
            </a:lvl3pPr>
            <a:lvl4pPr lvl="3" algn="ctr">
              <a:lnSpc>
                <a:spcPct val="100000"/>
              </a:lnSpc>
              <a:spcBef>
                <a:spcPts val="0"/>
              </a:spcBef>
              <a:spcAft>
                <a:spcPts val="0"/>
              </a:spcAft>
              <a:buClr>
                <a:srgbClr val="33CCFF"/>
              </a:buClr>
              <a:buSzPts val="1800"/>
              <a:buNone/>
              <a:defRPr sz="1800">
                <a:solidFill>
                  <a:srgbClr val="33CCFF"/>
                </a:solidFill>
              </a:defRPr>
            </a:lvl4pPr>
            <a:lvl5pPr lvl="4" algn="ctr">
              <a:lnSpc>
                <a:spcPct val="100000"/>
              </a:lnSpc>
              <a:spcBef>
                <a:spcPts val="0"/>
              </a:spcBef>
              <a:spcAft>
                <a:spcPts val="0"/>
              </a:spcAft>
              <a:buClr>
                <a:srgbClr val="33CCFF"/>
              </a:buClr>
              <a:buSzPts val="1800"/>
              <a:buNone/>
              <a:defRPr sz="1800">
                <a:solidFill>
                  <a:srgbClr val="33CCFF"/>
                </a:solidFill>
              </a:defRPr>
            </a:lvl5pPr>
            <a:lvl6pPr lvl="5" algn="ctr">
              <a:lnSpc>
                <a:spcPct val="100000"/>
              </a:lnSpc>
              <a:spcBef>
                <a:spcPts val="0"/>
              </a:spcBef>
              <a:spcAft>
                <a:spcPts val="0"/>
              </a:spcAft>
              <a:buClr>
                <a:srgbClr val="33CCFF"/>
              </a:buClr>
              <a:buSzPts val="1800"/>
              <a:buNone/>
              <a:defRPr sz="1800">
                <a:solidFill>
                  <a:srgbClr val="33CCFF"/>
                </a:solidFill>
              </a:defRPr>
            </a:lvl6pPr>
            <a:lvl7pPr lvl="6" algn="ctr">
              <a:lnSpc>
                <a:spcPct val="100000"/>
              </a:lnSpc>
              <a:spcBef>
                <a:spcPts val="0"/>
              </a:spcBef>
              <a:spcAft>
                <a:spcPts val="0"/>
              </a:spcAft>
              <a:buClr>
                <a:srgbClr val="33CCFF"/>
              </a:buClr>
              <a:buSzPts val="1800"/>
              <a:buNone/>
              <a:defRPr sz="1800">
                <a:solidFill>
                  <a:srgbClr val="33CCFF"/>
                </a:solidFill>
              </a:defRPr>
            </a:lvl7pPr>
            <a:lvl8pPr lvl="7" algn="ctr">
              <a:lnSpc>
                <a:spcPct val="100000"/>
              </a:lnSpc>
              <a:spcBef>
                <a:spcPts val="0"/>
              </a:spcBef>
              <a:spcAft>
                <a:spcPts val="0"/>
              </a:spcAft>
              <a:buClr>
                <a:srgbClr val="33CCFF"/>
              </a:buClr>
              <a:buSzPts val="1800"/>
              <a:buNone/>
              <a:defRPr sz="1800">
                <a:solidFill>
                  <a:srgbClr val="33CCFF"/>
                </a:solidFill>
              </a:defRPr>
            </a:lvl8pPr>
            <a:lvl9pPr lvl="8" algn="ctr">
              <a:lnSpc>
                <a:spcPct val="100000"/>
              </a:lnSpc>
              <a:spcBef>
                <a:spcPts val="0"/>
              </a:spcBef>
              <a:spcAft>
                <a:spcPts val="0"/>
              </a:spcAft>
              <a:buClr>
                <a:srgbClr val="33CCFF"/>
              </a:buClr>
              <a:buSzPts val="1800"/>
              <a:buNone/>
              <a:defRPr sz="1800">
                <a:solidFill>
                  <a:srgbClr val="33CCFF"/>
                </a:solidFill>
              </a:defRPr>
            </a:lvl9pPr>
          </a:lstStyle>
          <a:p>
            <a:endParaRPr/>
          </a:p>
        </p:txBody>
      </p:sp>
      <p:sp>
        <p:nvSpPr>
          <p:cNvPr id="71" name="Google Shape;71;p6"/>
          <p:cNvSpPr/>
          <p:nvPr/>
        </p:nvSpPr>
        <p:spPr>
          <a:xfrm rot="5400000" flipH="1">
            <a:off x="6177275" y="-42338"/>
            <a:ext cx="3688200" cy="2246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2" name="Google Shape;72;p6"/>
          <p:cNvSpPr/>
          <p:nvPr/>
        </p:nvSpPr>
        <p:spPr>
          <a:xfrm rot="5400000" flipH="1">
            <a:off x="-698074" y="3247200"/>
            <a:ext cx="3573900" cy="21771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 name="Google Shape;73;p6"/>
          <p:cNvSpPr/>
          <p:nvPr/>
        </p:nvSpPr>
        <p:spPr>
          <a:xfrm rot="-5400000" flipH="1">
            <a:off x="-428544" y="2831032"/>
            <a:ext cx="2195100" cy="13380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4" name="Google Shape;74;p6"/>
          <p:cNvSpPr/>
          <p:nvPr/>
        </p:nvSpPr>
        <p:spPr>
          <a:xfrm rot="-5400000" flipH="1">
            <a:off x="563748" y="2068298"/>
            <a:ext cx="1518900" cy="9255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 name="Google Shape;75;p6"/>
          <p:cNvSpPr/>
          <p:nvPr/>
        </p:nvSpPr>
        <p:spPr>
          <a:xfrm rot="5400000">
            <a:off x="-253698" y="2260564"/>
            <a:ext cx="1297200" cy="7899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 name="Google Shape;76;p6"/>
          <p:cNvSpPr/>
          <p:nvPr/>
        </p:nvSpPr>
        <p:spPr>
          <a:xfrm rot="-5400000">
            <a:off x="-192598" y="1950593"/>
            <a:ext cx="985800" cy="6006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7" name="Google Shape;77;p6"/>
          <p:cNvSpPr/>
          <p:nvPr/>
        </p:nvSpPr>
        <p:spPr>
          <a:xfrm rot="5400000" flipH="1">
            <a:off x="7217675" y="1270025"/>
            <a:ext cx="2394600" cy="14589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8" name="Google Shape;78;p6"/>
          <p:cNvSpPr/>
          <p:nvPr/>
        </p:nvSpPr>
        <p:spPr>
          <a:xfrm rot="-5400000">
            <a:off x="7922499" y="2744289"/>
            <a:ext cx="1518600" cy="9255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 name="Google Shape;79;p6"/>
          <p:cNvSpPr/>
          <p:nvPr/>
        </p:nvSpPr>
        <p:spPr>
          <a:xfrm rot="-5400000" flipH="1">
            <a:off x="7315902" y="2802275"/>
            <a:ext cx="1027800" cy="6261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 name="Google Shape;80;p6"/>
          <p:cNvSpPr/>
          <p:nvPr/>
        </p:nvSpPr>
        <p:spPr>
          <a:xfrm rot="-5400000" flipH="1">
            <a:off x="6337825" y="578875"/>
            <a:ext cx="1520100" cy="9261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81"/>
        <p:cNvGrpSpPr/>
        <p:nvPr/>
      </p:nvGrpSpPr>
      <p:grpSpPr>
        <a:xfrm>
          <a:off x="0" y="0"/>
          <a:ext cx="0" cy="0"/>
          <a:chOff x="0" y="0"/>
          <a:chExt cx="0" cy="0"/>
        </a:xfrm>
      </p:grpSpPr>
      <p:sp>
        <p:nvSpPr>
          <p:cNvPr id="82" name="Google Shape;82;p7"/>
          <p:cNvSpPr txBox="1">
            <a:spLocks noGrp="1"/>
          </p:cNvSpPr>
          <p:nvPr>
            <p:ph type="title"/>
          </p:nvPr>
        </p:nvSpPr>
        <p:spPr>
          <a:xfrm>
            <a:off x="1067088" y="912850"/>
            <a:ext cx="5972100" cy="636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83" name="Google Shape;83;p7"/>
          <p:cNvSpPr txBox="1">
            <a:spLocks noGrp="1"/>
          </p:cNvSpPr>
          <p:nvPr>
            <p:ph type="body" idx="1"/>
          </p:nvPr>
        </p:nvSpPr>
        <p:spPr>
          <a:xfrm>
            <a:off x="1067100" y="1676800"/>
            <a:ext cx="2024100" cy="32490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600"/>
              </a:spcBef>
              <a:spcAft>
                <a:spcPts val="0"/>
              </a:spcAft>
              <a:buSzPts val="1600"/>
              <a:buChar char="›"/>
              <a:defRPr sz="1600"/>
            </a:lvl1pPr>
            <a:lvl2pPr marL="914400" lvl="1" indent="-330200" algn="l">
              <a:lnSpc>
                <a:spcPct val="100000"/>
              </a:lnSpc>
              <a:spcBef>
                <a:spcPts val="0"/>
              </a:spcBef>
              <a:spcAft>
                <a:spcPts val="0"/>
              </a:spcAft>
              <a:buSzPts val="1600"/>
              <a:buChar char="›"/>
              <a:defRPr sz="1600"/>
            </a:lvl2pPr>
            <a:lvl3pPr marL="1371600" lvl="2" indent="-330200" algn="l">
              <a:lnSpc>
                <a:spcPct val="100000"/>
              </a:lnSpc>
              <a:spcBef>
                <a:spcPts val="0"/>
              </a:spcBef>
              <a:spcAft>
                <a:spcPts val="0"/>
              </a:spcAft>
              <a:buSzPts val="1600"/>
              <a:buChar char="›"/>
              <a:defRPr sz="1600"/>
            </a:lvl3pPr>
            <a:lvl4pPr marL="1828800" lvl="3" indent="-330200" algn="l">
              <a:lnSpc>
                <a:spcPct val="100000"/>
              </a:lnSpc>
              <a:spcBef>
                <a:spcPts val="0"/>
              </a:spcBef>
              <a:spcAft>
                <a:spcPts val="0"/>
              </a:spcAft>
              <a:buSzPts val="1600"/>
              <a:buChar char="›"/>
              <a:defRPr sz="1600"/>
            </a:lvl4pPr>
            <a:lvl5pPr marL="2286000" lvl="4" indent="-330200" algn="l">
              <a:lnSpc>
                <a:spcPct val="100000"/>
              </a:lnSpc>
              <a:spcBef>
                <a:spcPts val="0"/>
              </a:spcBef>
              <a:spcAft>
                <a:spcPts val="0"/>
              </a:spcAft>
              <a:buSzPts val="1600"/>
              <a:buChar char="›"/>
              <a:defRPr sz="1600"/>
            </a:lvl5pPr>
            <a:lvl6pPr marL="2743200" lvl="5" indent="-330200" algn="l">
              <a:lnSpc>
                <a:spcPct val="100000"/>
              </a:lnSpc>
              <a:spcBef>
                <a:spcPts val="0"/>
              </a:spcBef>
              <a:spcAft>
                <a:spcPts val="0"/>
              </a:spcAft>
              <a:buSzPts val="1600"/>
              <a:buChar char="›"/>
              <a:defRPr sz="1600"/>
            </a:lvl6pPr>
            <a:lvl7pPr marL="3200400" lvl="6" indent="-330200" algn="l">
              <a:lnSpc>
                <a:spcPct val="100000"/>
              </a:lnSpc>
              <a:spcBef>
                <a:spcPts val="0"/>
              </a:spcBef>
              <a:spcAft>
                <a:spcPts val="0"/>
              </a:spcAft>
              <a:buSzPts val="1600"/>
              <a:buChar char="›"/>
              <a:defRPr sz="1600"/>
            </a:lvl7pPr>
            <a:lvl8pPr marL="3657600" lvl="7" indent="-330200" algn="l">
              <a:lnSpc>
                <a:spcPct val="100000"/>
              </a:lnSpc>
              <a:spcBef>
                <a:spcPts val="0"/>
              </a:spcBef>
              <a:spcAft>
                <a:spcPts val="0"/>
              </a:spcAft>
              <a:buSzPts val="1600"/>
              <a:buChar char="›"/>
              <a:defRPr sz="1600"/>
            </a:lvl8pPr>
            <a:lvl9pPr marL="4114800" lvl="8" indent="-330200" algn="l">
              <a:lnSpc>
                <a:spcPct val="100000"/>
              </a:lnSpc>
              <a:spcBef>
                <a:spcPts val="0"/>
              </a:spcBef>
              <a:spcAft>
                <a:spcPts val="0"/>
              </a:spcAft>
              <a:buSzPts val="1600"/>
              <a:buChar char="»"/>
              <a:defRPr sz="1600"/>
            </a:lvl9pPr>
          </a:lstStyle>
          <a:p>
            <a:endParaRPr/>
          </a:p>
        </p:txBody>
      </p:sp>
      <p:sp>
        <p:nvSpPr>
          <p:cNvPr id="84" name="Google Shape;84;p7"/>
          <p:cNvSpPr txBox="1">
            <a:spLocks noGrp="1"/>
          </p:cNvSpPr>
          <p:nvPr>
            <p:ph type="body" idx="2"/>
          </p:nvPr>
        </p:nvSpPr>
        <p:spPr>
          <a:xfrm>
            <a:off x="3194801" y="1676800"/>
            <a:ext cx="2024100" cy="32490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600"/>
              </a:spcBef>
              <a:spcAft>
                <a:spcPts val="0"/>
              </a:spcAft>
              <a:buSzPts val="1600"/>
              <a:buChar char="›"/>
              <a:defRPr sz="1600"/>
            </a:lvl1pPr>
            <a:lvl2pPr marL="914400" lvl="1" indent="-330200" algn="l">
              <a:lnSpc>
                <a:spcPct val="100000"/>
              </a:lnSpc>
              <a:spcBef>
                <a:spcPts val="0"/>
              </a:spcBef>
              <a:spcAft>
                <a:spcPts val="0"/>
              </a:spcAft>
              <a:buSzPts val="1600"/>
              <a:buChar char="›"/>
              <a:defRPr sz="1600"/>
            </a:lvl2pPr>
            <a:lvl3pPr marL="1371600" lvl="2" indent="-330200" algn="l">
              <a:lnSpc>
                <a:spcPct val="100000"/>
              </a:lnSpc>
              <a:spcBef>
                <a:spcPts val="0"/>
              </a:spcBef>
              <a:spcAft>
                <a:spcPts val="0"/>
              </a:spcAft>
              <a:buSzPts val="1600"/>
              <a:buChar char="›"/>
              <a:defRPr sz="1600"/>
            </a:lvl3pPr>
            <a:lvl4pPr marL="1828800" lvl="3" indent="-330200" algn="l">
              <a:lnSpc>
                <a:spcPct val="100000"/>
              </a:lnSpc>
              <a:spcBef>
                <a:spcPts val="0"/>
              </a:spcBef>
              <a:spcAft>
                <a:spcPts val="0"/>
              </a:spcAft>
              <a:buSzPts val="1600"/>
              <a:buChar char="›"/>
              <a:defRPr sz="1600"/>
            </a:lvl4pPr>
            <a:lvl5pPr marL="2286000" lvl="4" indent="-330200" algn="l">
              <a:lnSpc>
                <a:spcPct val="100000"/>
              </a:lnSpc>
              <a:spcBef>
                <a:spcPts val="0"/>
              </a:spcBef>
              <a:spcAft>
                <a:spcPts val="0"/>
              </a:spcAft>
              <a:buSzPts val="1600"/>
              <a:buChar char="›"/>
              <a:defRPr sz="1600"/>
            </a:lvl5pPr>
            <a:lvl6pPr marL="2743200" lvl="5" indent="-330200" algn="l">
              <a:lnSpc>
                <a:spcPct val="100000"/>
              </a:lnSpc>
              <a:spcBef>
                <a:spcPts val="0"/>
              </a:spcBef>
              <a:spcAft>
                <a:spcPts val="0"/>
              </a:spcAft>
              <a:buSzPts val="1600"/>
              <a:buChar char="›"/>
              <a:defRPr sz="1600"/>
            </a:lvl6pPr>
            <a:lvl7pPr marL="3200400" lvl="6" indent="-330200" algn="l">
              <a:lnSpc>
                <a:spcPct val="100000"/>
              </a:lnSpc>
              <a:spcBef>
                <a:spcPts val="0"/>
              </a:spcBef>
              <a:spcAft>
                <a:spcPts val="0"/>
              </a:spcAft>
              <a:buSzPts val="1600"/>
              <a:buChar char="›"/>
              <a:defRPr sz="1600"/>
            </a:lvl7pPr>
            <a:lvl8pPr marL="3657600" lvl="7" indent="-330200" algn="l">
              <a:lnSpc>
                <a:spcPct val="100000"/>
              </a:lnSpc>
              <a:spcBef>
                <a:spcPts val="0"/>
              </a:spcBef>
              <a:spcAft>
                <a:spcPts val="0"/>
              </a:spcAft>
              <a:buSzPts val="1600"/>
              <a:buChar char="›"/>
              <a:defRPr sz="1600"/>
            </a:lvl8pPr>
            <a:lvl9pPr marL="4114800" lvl="8" indent="-330200" algn="l">
              <a:lnSpc>
                <a:spcPct val="100000"/>
              </a:lnSpc>
              <a:spcBef>
                <a:spcPts val="0"/>
              </a:spcBef>
              <a:spcAft>
                <a:spcPts val="0"/>
              </a:spcAft>
              <a:buSzPts val="1600"/>
              <a:buChar char="»"/>
              <a:defRPr sz="1600"/>
            </a:lvl9pPr>
          </a:lstStyle>
          <a:p>
            <a:endParaRPr/>
          </a:p>
        </p:txBody>
      </p:sp>
      <p:sp>
        <p:nvSpPr>
          <p:cNvPr id="85" name="Google Shape;85;p7"/>
          <p:cNvSpPr txBox="1">
            <a:spLocks noGrp="1"/>
          </p:cNvSpPr>
          <p:nvPr>
            <p:ph type="body" idx="3"/>
          </p:nvPr>
        </p:nvSpPr>
        <p:spPr>
          <a:xfrm>
            <a:off x="5322501" y="1676800"/>
            <a:ext cx="2024100" cy="32490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600"/>
              </a:spcBef>
              <a:spcAft>
                <a:spcPts val="0"/>
              </a:spcAft>
              <a:buSzPts val="1600"/>
              <a:buChar char="›"/>
              <a:defRPr sz="1600"/>
            </a:lvl1pPr>
            <a:lvl2pPr marL="914400" lvl="1" indent="-330200" algn="l">
              <a:lnSpc>
                <a:spcPct val="100000"/>
              </a:lnSpc>
              <a:spcBef>
                <a:spcPts val="0"/>
              </a:spcBef>
              <a:spcAft>
                <a:spcPts val="0"/>
              </a:spcAft>
              <a:buSzPts val="1600"/>
              <a:buChar char="›"/>
              <a:defRPr sz="1600"/>
            </a:lvl2pPr>
            <a:lvl3pPr marL="1371600" lvl="2" indent="-330200" algn="l">
              <a:lnSpc>
                <a:spcPct val="100000"/>
              </a:lnSpc>
              <a:spcBef>
                <a:spcPts val="0"/>
              </a:spcBef>
              <a:spcAft>
                <a:spcPts val="0"/>
              </a:spcAft>
              <a:buSzPts val="1600"/>
              <a:buChar char="›"/>
              <a:defRPr sz="1600"/>
            </a:lvl3pPr>
            <a:lvl4pPr marL="1828800" lvl="3" indent="-330200" algn="l">
              <a:lnSpc>
                <a:spcPct val="100000"/>
              </a:lnSpc>
              <a:spcBef>
                <a:spcPts val="0"/>
              </a:spcBef>
              <a:spcAft>
                <a:spcPts val="0"/>
              </a:spcAft>
              <a:buSzPts val="1600"/>
              <a:buChar char="›"/>
              <a:defRPr sz="1600"/>
            </a:lvl4pPr>
            <a:lvl5pPr marL="2286000" lvl="4" indent="-330200" algn="l">
              <a:lnSpc>
                <a:spcPct val="100000"/>
              </a:lnSpc>
              <a:spcBef>
                <a:spcPts val="0"/>
              </a:spcBef>
              <a:spcAft>
                <a:spcPts val="0"/>
              </a:spcAft>
              <a:buSzPts val="1600"/>
              <a:buChar char="›"/>
              <a:defRPr sz="1600"/>
            </a:lvl5pPr>
            <a:lvl6pPr marL="2743200" lvl="5" indent="-330200" algn="l">
              <a:lnSpc>
                <a:spcPct val="100000"/>
              </a:lnSpc>
              <a:spcBef>
                <a:spcPts val="0"/>
              </a:spcBef>
              <a:spcAft>
                <a:spcPts val="0"/>
              </a:spcAft>
              <a:buSzPts val="1600"/>
              <a:buChar char="›"/>
              <a:defRPr sz="1600"/>
            </a:lvl6pPr>
            <a:lvl7pPr marL="3200400" lvl="6" indent="-330200" algn="l">
              <a:lnSpc>
                <a:spcPct val="100000"/>
              </a:lnSpc>
              <a:spcBef>
                <a:spcPts val="0"/>
              </a:spcBef>
              <a:spcAft>
                <a:spcPts val="0"/>
              </a:spcAft>
              <a:buSzPts val="1600"/>
              <a:buChar char="›"/>
              <a:defRPr sz="1600"/>
            </a:lvl7pPr>
            <a:lvl8pPr marL="3657600" lvl="7" indent="-330200" algn="l">
              <a:lnSpc>
                <a:spcPct val="100000"/>
              </a:lnSpc>
              <a:spcBef>
                <a:spcPts val="0"/>
              </a:spcBef>
              <a:spcAft>
                <a:spcPts val="0"/>
              </a:spcAft>
              <a:buSzPts val="1600"/>
              <a:buChar char="›"/>
              <a:defRPr sz="1600"/>
            </a:lvl8pPr>
            <a:lvl9pPr marL="4114800" lvl="8" indent="-330200" algn="l">
              <a:lnSpc>
                <a:spcPct val="100000"/>
              </a:lnSpc>
              <a:spcBef>
                <a:spcPts val="0"/>
              </a:spcBef>
              <a:spcAft>
                <a:spcPts val="0"/>
              </a:spcAft>
              <a:buSzPts val="1600"/>
              <a:buChar char="»"/>
              <a:defRPr sz="1600"/>
            </a:lvl9pPr>
          </a:lstStyle>
          <a:p>
            <a:endParaRPr/>
          </a:p>
        </p:txBody>
      </p:sp>
      <p:grpSp>
        <p:nvGrpSpPr>
          <p:cNvPr id="86" name="Google Shape;86;p7"/>
          <p:cNvGrpSpPr/>
          <p:nvPr/>
        </p:nvGrpSpPr>
        <p:grpSpPr>
          <a:xfrm>
            <a:off x="7395202" y="-6"/>
            <a:ext cx="1748884" cy="4013021"/>
            <a:chOff x="7395202" y="-6"/>
            <a:chExt cx="1748884" cy="4013021"/>
          </a:xfrm>
        </p:grpSpPr>
        <p:sp>
          <p:nvSpPr>
            <p:cNvPr id="87" name="Google Shape;87;p7"/>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 name="Google Shape;88;p7"/>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 name="Google Shape;89;p7"/>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 name="Google Shape;90;p7"/>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 name="Google Shape;91;p7"/>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92" name="Google Shape;92;p7"/>
          <p:cNvGrpSpPr/>
          <p:nvPr/>
        </p:nvGrpSpPr>
        <p:grpSpPr>
          <a:xfrm>
            <a:off x="3" y="2738679"/>
            <a:ext cx="722480" cy="2404814"/>
            <a:chOff x="3" y="2750304"/>
            <a:chExt cx="722480" cy="2404814"/>
          </a:xfrm>
        </p:grpSpPr>
        <p:sp>
          <p:nvSpPr>
            <p:cNvPr id="93" name="Google Shape;93;p7"/>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 name="Google Shape;94;p7"/>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 name="Google Shape;95;p7"/>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 name="Google Shape;96;p7"/>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7"/>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8" name="Google Shape;98;p7"/>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urple gradient">
  <p:cSld name="BLANK_2_1">
    <p:bg>
      <p:bgPr>
        <a:gradFill>
          <a:gsLst>
            <a:gs pos="0">
              <a:srgbClr val="CC3399"/>
            </a:gs>
            <a:gs pos="100000">
              <a:srgbClr val="6699FF"/>
            </a:gs>
          </a:gsLst>
          <a:lin ang="5400700" scaled="0"/>
        </a:gradFill>
        <a:effectLst/>
      </p:bgPr>
    </p:bg>
    <p:spTree>
      <p:nvGrpSpPr>
        <p:cNvPr id="1" name="Shape 99"/>
        <p:cNvGrpSpPr/>
        <p:nvPr/>
      </p:nvGrpSpPr>
      <p:grpSpPr>
        <a:xfrm>
          <a:off x="0" y="0"/>
          <a:ext cx="0" cy="0"/>
          <a:chOff x="0" y="0"/>
          <a:chExt cx="0" cy="0"/>
        </a:xfrm>
      </p:grpSpPr>
      <p:sp>
        <p:nvSpPr>
          <p:cNvPr id="100" name="Google Shape;100;p8"/>
          <p:cNvSpPr/>
          <p:nvPr/>
        </p:nvSpPr>
        <p:spPr>
          <a:xfrm rot="5400000" flipH="1">
            <a:off x="7987926" y="280753"/>
            <a:ext cx="1436700" cy="8754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 name="Google Shape;101;p8"/>
          <p:cNvSpPr/>
          <p:nvPr/>
        </p:nvSpPr>
        <p:spPr>
          <a:xfrm rot="5400000" flipH="1">
            <a:off x="7711932" y="1152020"/>
            <a:ext cx="1779900" cy="1084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8"/>
          <p:cNvSpPr/>
          <p:nvPr/>
        </p:nvSpPr>
        <p:spPr>
          <a:xfrm rot="-5400000">
            <a:off x="8367248" y="1879235"/>
            <a:ext cx="965400" cy="588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 name="Google Shape;103;p8"/>
          <p:cNvSpPr/>
          <p:nvPr/>
        </p:nvSpPr>
        <p:spPr>
          <a:xfrm rot="-5400000">
            <a:off x="7784863" y="375260"/>
            <a:ext cx="768000" cy="4680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 name="Google Shape;104;p8"/>
          <p:cNvSpPr/>
          <p:nvPr/>
        </p:nvSpPr>
        <p:spPr>
          <a:xfrm rot="-5400000" flipH="1">
            <a:off x="8520834" y="2338254"/>
            <a:ext cx="542400" cy="3303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 name="Google Shape;105;p8"/>
          <p:cNvSpPr/>
          <p:nvPr/>
        </p:nvSpPr>
        <p:spPr>
          <a:xfrm rot="5400000" flipH="1">
            <a:off x="-280517" y="2947924"/>
            <a:ext cx="1435800" cy="8745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p8"/>
          <p:cNvSpPr/>
          <p:nvPr/>
        </p:nvSpPr>
        <p:spPr>
          <a:xfrm rot="5400000">
            <a:off x="-191502" y="2612001"/>
            <a:ext cx="979200" cy="5961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8"/>
          <p:cNvSpPr/>
          <p:nvPr/>
        </p:nvSpPr>
        <p:spPr>
          <a:xfrm rot="-5400000" flipH="1">
            <a:off x="-209848" y="4278591"/>
            <a:ext cx="1074900" cy="655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p8"/>
          <p:cNvSpPr/>
          <p:nvPr/>
        </p:nvSpPr>
        <p:spPr>
          <a:xfrm rot="-5400000">
            <a:off x="-145501" y="2377842"/>
            <a:ext cx="7443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p8"/>
          <p:cNvSpPr/>
          <p:nvPr/>
        </p:nvSpPr>
        <p:spPr>
          <a:xfrm rot="-5400000" flipH="1">
            <a:off x="276152" y="3815879"/>
            <a:ext cx="7437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p8"/>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11"/>
        <p:cNvGrpSpPr/>
        <p:nvPr/>
      </p:nvGrpSpPr>
      <p:grpSpPr>
        <a:xfrm>
          <a:off x="0" y="0"/>
          <a:ext cx="0" cy="0"/>
          <a:chOff x="0" y="0"/>
          <a:chExt cx="0" cy="0"/>
        </a:xfrm>
      </p:grpSpPr>
      <p:sp>
        <p:nvSpPr>
          <p:cNvPr id="112" name="Google Shape;112;p9"/>
          <p:cNvSpPr txBox="1">
            <a:spLocks noGrp="1"/>
          </p:cNvSpPr>
          <p:nvPr>
            <p:ph type="body" idx="1"/>
          </p:nvPr>
        </p:nvSpPr>
        <p:spPr>
          <a:xfrm>
            <a:off x="2225675" y="2161800"/>
            <a:ext cx="4692600" cy="819900"/>
          </a:xfrm>
          <a:prstGeom prst="rect">
            <a:avLst/>
          </a:prstGeom>
          <a:noFill/>
          <a:ln>
            <a:noFill/>
          </a:ln>
        </p:spPr>
        <p:txBody>
          <a:bodyPr spcFirstLastPara="1" wrap="square" lIns="91425" tIns="91425" rIns="91425" bIns="91425" anchor="ctr" anchorCtr="0">
            <a:noAutofit/>
          </a:bodyPr>
          <a:lstStyle>
            <a:lvl1pPr marL="457200" lvl="0" indent="-381000" algn="ctr">
              <a:lnSpc>
                <a:spcPct val="100000"/>
              </a:lnSpc>
              <a:spcBef>
                <a:spcPts val="600"/>
              </a:spcBef>
              <a:spcAft>
                <a:spcPts val="0"/>
              </a:spcAft>
              <a:buSzPts val="2400"/>
              <a:buChar char="›"/>
              <a:defRPr b="1" i="1"/>
            </a:lvl1pPr>
            <a:lvl2pPr marL="914400" lvl="1" indent="-381000" algn="ctr">
              <a:lnSpc>
                <a:spcPct val="100000"/>
              </a:lnSpc>
              <a:spcBef>
                <a:spcPts val="0"/>
              </a:spcBef>
              <a:spcAft>
                <a:spcPts val="0"/>
              </a:spcAft>
              <a:buSzPts val="2400"/>
              <a:buChar char="›"/>
              <a:defRPr b="1" i="1"/>
            </a:lvl2pPr>
            <a:lvl3pPr marL="1371600" lvl="2" indent="-381000" algn="ctr">
              <a:lnSpc>
                <a:spcPct val="100000"/>
              </a:lnSpc>
              <a:spcBef>
                <a:spcPts val="0"/>
              </a:spcBef>
              <a:spcAft>
                <a:spcPts val="0"/>
              </a:spcAft>
              <a:buSzPts val="2400"/>
              <a:buChar char="›"/>
              <a:defRPr b="1" i="1"/>
            </a:lvl3pPr>
            <a:lvl4pPr marL="1828800" lvl="3" indent="-381000" algn="ctr">
              <a:lnSpc>
                <a:spcPct val="100000"/>
              </a:lnSpc>
              <a:spcBef>
                <a:spcPts val="0"/>
              </a:spcBef>
              <a:spcAft>
                <a:spcPts val="0"/>
              </a:spcAft>
              <a:buSzPts val="2400"/>
              <a:buChar char="›"/>
              <a:defRPr b="1" i="1"/>
            </a:lvl4pPr>
            <a:lvl5pPr marL="2286000" lvl="4" indent="-381000" algn="ctr">
              <a:lnSpc>
                <a:spcPct val="100000"/>
              </a:lnSpc>
              <a:spcBef>
                <a:spcPts val="0"/>
              </a:spcBef>
              <a:spcAft>
                <a:spcPts val="0"/>
              </a:spcAft>
              <a:buSzPts val="2400"/>
              <a:buChar char="›"/>
              <a:defRPr b="1" i="1"/>
            </a:lvl5pPr>
            <a:lvl6pPr marL="2743200" lvl="5" indent="-381000" algn="ctr">
              <a:lnSpc>
                <a:spcPct val="100000"/>
              </a:lnSpc>
              <a:spcBef>
                <a:spcPts val="0"/>
              </a:spcBef>
              <a:spcAft>
                <a:spcPts val="0"/>
              </a:spcAft>
              <a:buSzPts val="2400"/>
              <a:buChar char="›"/>
              <a:defRPr b="1" i="1"/>
            </a:lvl6pPr>
            <a:lvl7pPr marL="3200400" lvl="6" indent="-381000" algn="ctr">
              <a:lnSpc>
                <a:spcPct val="100000"/>
              </a:lnSpc>
              <a:spcBef>
                <a:spcPts val="0"/>
              </a:spcBef>
              <a:spcAft>
                <a:spcPts val="0"/>
              </a:spcAft>
              <a:buSzPts val="2400"/>
              <a:buChar char="›"/>
              <a:defRPr b="1" i="1"/>
            </a:lvl7pPr>
            <a:lvl8pPr marL="3657600" lvl="7" indent="-381000" algn="ctr">
              <a:lnSpc>
                <a:spcPct val="100000"/>
              </a:lnSpc>
              <a:spcBef>
                <a:spcPts val="0"/>
              </a:spcBef>
              <a:spcAft>
                <a:spcPts val="0"/>
              </a:spcAft>
              <a:buSzPts val="2400"/>
              <a:buChar char="›"/>
              <a:defRPr b="1" i="1"/>
            </a:lvl8pPr>
            <a:lvl9pPr marL="4114800" lvl="8" indent="-381000" algn="ctr">
              <a:lnSpc>
                <a:spcPct val="100000"/>
              </a:lnSpc>
              <a:spcBef>
                <a:spcPts val="0"/>
              </a:spcBef>
              <a:spcAft>
                <a:spcPts val="0"/>
              </a:spcAft>
              <a:buSzPts val="2400"/>
              <a:buChar char="»"/>
              <a:defRPr b="1" i="1"/>
            </a:lvl9pPr>
          </a:lstStyle>
          <a:p>
            <a:endParaRPr/>
          </a:p>
        </p:txBody>
      </p:sp>
      <p:grpSp>
        <p:nvGrpSpPr>
          <p:cNvPr id="113" name="Google Shape;113;p9"/>
          <p:cNvGrpSpPr/>
          <p:nvPr/>
        </p:nvGrpSpPr>
        <p:grpSpPr>
          <a:xfrm>
            <a:off x="7395202" y="-6"/>
            <a:ext cx="1748884" cy="4013021"/>
            <a:chOff x="7395202" y="-6"/>
            <a:chExt cx="1748884" cy="4013021"/>
          </a:xfrm>
        </p:grpSpPr>
        <p:sp>
          <p:nvSpPr>
            <p:cNvPr id="114" name="Google Shape;114;p9"/>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 name="Google Shape;115;p9"/>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 name="Google Shape;116;p9"/>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 name="Google Shape;117;p9"/>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 name="Google Shape;118;p9"/>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19" name="Google Shape;119;p9"/>
          <p:cNvSpPr/>
          <p:nvPr/>
        </p:nvSpPr>
        <p:spPr>
          <a:xfrm rot="5400000" flipH="1">
            <a:off x="-479615" y="1845054"/>
            <a:ext cx="2455200" cy="14958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 name="Google Shape;120;p9"/>
          <p:cNvSpPr/>
          <p:nvPr/>
        </p:nvSpPr>
        <p:spPr>
          <a:xfrm rot="5400000">
            <a:off x="-262152" y="1526813"/>
            <a:ext cx="1340700" cy="816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1" name="Google Shape;121;p9"/>
          <p:cNvSpPr/>
          <p:nvPr/>
        </p:nvSpPr>
        <p:spPr>
          <a:xfrm rot="-5400000" flipH="1">
            <a:off x="-358955" y="3663589"/>
            <a:ext cx="1838400" cy="11205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p9"/>
          <p:cNvSpPr/>
          <p:nvPr/>
        </p:nvSpPr>
        <p:spPr>
          <a:xfrm rot="-5400000">
            <a:off x="-199052" y="1206482"/>
            <a:ext cx="1018800" cy="6207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 name="Google Shape;123;p9"/>
          <p:cNvSpPr/>
          <p:nvPr/>
        </p:nvSpPr>
        <p:spPr>
          <a:xfrm rot="-5400000" flipH="1">
            <a:off x="472234" y="3024661"/>
            <a:ext cx="1272000" cy="7752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p9"/>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5"/>
        <p:cNvGrpSpPr/>
        <p:nvPr/>
      </p:nvGrpSpPr>
      <p:grpSpPr>
        <a:xfrm>
          <a:off x="0" y="0"/>
          <a:ext cx="0" cy="0"/>
          <a:chOff x="0" y="0"/>
          <a:chExt cx="0" cy="0"/>
        </a:xfrm>
      </p:grpSpPr>
      <p:sp>
        <p:nvSpPr>
          <p:cNvPr id="126" name="Google Shape;126;p10"/>
          <p:cNvSpPr txBox="1">
            <a:spLocks noGrp="1"/>
          </p:cNvSpPr>
          <p:nvPr>
            <p:ph type="title"/>
          </p:nvPr>
        </p:nvSpPr>
        <p:spPr>
          <a:xfrm>
            <a:off x="1067088" y="912850"/>
            <a:ext cx="5972100" cy="636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127" name="Google Shape;127;p10"/>
          <p:cNvGrpSpPr/>
          <p:nvPr/>
        </p:nvGrpSpPr>
        <p:grpSpPr>
          <a:xfrm>
            <a:off x="7395202" y="-6"/>
            <a:ext cx="1748884" cy="4013021"/>
            <a:chOff x="7395202" y="-6"/>
            <a:chExt cx="1748884" cy="4013021"/>
          </a:xfrm>
        </p:grpSpPr>
        <p:sp>
          <p:nvSpPr>
            <p:cNvPr id="128" name="Google Shape;128;p10"/>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9" name="Google Shape;129;p10"/>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0" name="Google Shape;130;p10"/>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1" name="Google Shape;131;p10"/>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2" name="Google Shape;132;p10"/>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133" name="Google Shape;133;p10"/>
          <p:cNvGrpSpPr/>
          <p:nvPr/>
        </p:nvGrpSpPr>
        <p:grpSpPr>
          <a:xfrm>
            <a:off x="3" y="2738679"/>
            <a:ext cx="722480" cy="2404814"/>
            <a:chOff x="3" y="2750304"/>
            <a:chExt cx="722480" cy="2404814"/>
          </a:xfrm>
        </p:grpSpPr>
        <p:sp>
          <p:nvSpPr>
            <p:cNvPr id="134" name="Google Shape;134;p10"/>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p10"/>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6" name="Google Shape;136;p10"/>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7" name="Google Shape;137;p10"/>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p10"/>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39" name="Google Shape;139;p10"/>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0"/>
        <p:cNvGrpSpPr/>
        <p:nvPr/>
      </p:nvGrpSpPr>
      <p:grpSpPr>
        <a:xfrm>
          <a:off x="0" y="0"/>
          <a:ext cx="0" cy="0"/>
          <a:chOff x="0" y="0"/>
          <a:chExt cx="0" cy="0"/>
        </a:xfrm>
      </p:grpSpPr>
      <p:sp>
        <p:nvSpPr>
          <p:cNvPr id="141" name="Google Shape;141;p11"/>
          <p:cNvSpPr txBox="1">
            <a:spLocks noGrp="1"/>
          </p:cNvSpPr>
          <p:nvPr>
            <p:ph type="body" idx="1"/>
          </p:nvPr>
        </p:nvSpPr>
        <p:spPr>
          <a:xfrm>
            <a:off x="1236500" y="4406300"/>
            <a:ext cx="6671100" cy="519600"/>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360"/>
              </a:spcBef>
              <a:spcAft>
                <a:spcPts val="0"/>
              </a:spcAft>
              <a:buSzPts val="1800"/>
              <a:buNone/>
              <a:defRPr sz="1800" b="1"/>
            </a:lvl1pPr>
          </a:lstStyle>
          <a:p>
            <a:endParaRPr/>
          </a:p>
        </p:txBody>
      </p:sp>
      <p:grpSp>
        <p:nvGrpSpPr>
          <p:cNvPr id="142" name="Google Shape;142;p11"/>
          <p:cNvGrpSpPr/>
          <p:nvPr/>
        </p:nvGrpSpPr>
        <p:grpSpPr>
          <a:xfrm>
            <a:off x="7395202" y="-6"/>
            <a:ext cx="1748884" cy="4013021"/>
            <a:chOff x="7395202" y="-6"/>
            <a:chExt cx="1748884" cy="4013021"/>
          </a:xfrm>
        </p:grpSpPr>
        <p:sp>
          <p:nvSpPr>
            <p:cNvPr id="143" name="Google Shape;143;p11"/>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4" name="Google Shape;144;p11"/>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5" name="Google Shape;145;p11"/>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6" name="Google Shape;146;p11"/>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7" name="Google Shape;147;p11"/>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148" name="Google Shape;148;p11"/>
          <p:cNvGrpSpPr/>
          <p:nvPr/>
        </p:nvGrpSpPr>
        <p:grpSpPr>
          <a:xfrm>
            <a:off x="3" y="2738679"/>
            <a:ext cx="722480" cy="2404814"/>
            <a:chOff x="3" y="2750304"/>
            <a:chExt cx="722480" cy="2404814"/>
          </a:xfrm>
        </p:grpSpPr>
        <p:sp>
          <p:nvSpPr>
            <p:cNvPr id="149" name="Google Shape;149;p11"/>
            <p:cNvSpPr/>
            <p:nvPr/>
          </p:nvSpPr>
          <p:spPr>
            <a:xfrm rot="5400000" flipH="1">
              <a:off x="-231667" y="3341328"/>
              <a:ext cx="1185900" cy="7224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0" name="Google Shape;150;p11"/>
            <p:cNvSpPr/>
            <p:nvPr/>
          </p:nvSpPr>
          <p:spPr>
            <a:xfrm rot="5400000">
              <a:off x="-158106" y="3063820"/>
              <a:ext cx="808800" cy="492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1" name="Google Shape;151;p11"/>
            <p:cNvSpPr/>
            <p:nvPr/>
          </p:nvSpPr>
          <p:spPr>
            <a:xfrm rot="-5400000" flipH="1">
              <a:off x="-173395" y="4440518"/>
              <a:ext cx="888000" cy="5412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2" name="Google Shape;152;p11"/>
            <p:cNvSpPr/>
            <p:nvPr/>
          </p:nvSpPr>
          <p:spPr>
            <a:xfrm rot="-5400000">
              <a:off x="-120147" y="2870454"/>
              <a:ext cx="614700" cy="3744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3" name="Google Shape;153;p11"/>
            <p:cNvSpPr/>
            <p:nvPr/>
          </p:nvSpPr>
          <p:spPr>
            <a:xfrm rot="-5400000" flipH="1">
              <a:off x="228056" y="4058304"/>
              <a:ext cx="614400" cy="3744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54" name="Google Shape;154;p11"/>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green gradient">
  <p:cSld name="BLANK_2">
    <p:bg>
      <p:bgPr>
        <a:gradFill>
          <a:gsLst>
            <a:gs pos="0">
              <a:srgbClr val="33CCCC"/>
            </a:gs>
            <a:gs pos="100000">
              <a:srgbClr val="66FF33"/>
            </a:gs>
          </a:gsLst>
          <a:lin ang="5400700" scaled="0"/>
        </a:gradFill>
        <a:effectLst/>
      </p:bgPr>
    </p:bg>
    <p:spTree>
      <p:nvGrpSpPr>
        <p:cNvPr id="1" name="Shape 155"/>
        <p:cNvGrpSpPr/>
        <p:nvPr/>
      </p:nvGrpSpPr>
      <p:grpSpPr>
        <a:xfrm>
          <a:off x="0" y="0"/>
          <a:ext cx="0" cy="0"/>
          <a:chOff x="0" y="0"/>
          <a:chExt cx="0" cy="0"/>
        </a:xfrm>
      </p:grpSpPr>
      <p:sp>
        <p:nvSpPr>
          <p:cNvPr id="156" name="Google Shape;156;p12"/>
          <p:cNvSpPr/>
          <p:nvPr/>
        </p:nvSpPr>
        <p:spPr>
          <a:xfrm rot="5400000" flipH="1">
            <a:off x="7987926" y="280752"/>
            <a:ext cx="1436700" cy="8754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7" name="Google Shape;157;p12"/>
          <p:cNvSpPr/>
          <p:nvPr/>
        </p:nvSpPr>
        <p:spPr>
          <a:xfrm rot="5400000" flipH="1">
            <a:off x="7711931" y="1152021"/>
            <a:ext cx="1779900" cy="1084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8" name="Google Shape;158;p12"/>
          <p:cNvSpPr/>
          <p:nvPr/>
        </p:nvSpPr>
        <p:spPr>
          <a:xfrm rot="-5400000">
            <a:off x="8367249" y="1879235"/>
            <a:ext cx="965400" cy="588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9" name="Google Shape;159;p12"/>
          <p:cNvSpPr/>
          <p:nvPr/>
        </p:nvSpPr>
        <p:spPr>
          <a:xfrm rot="-5400000">
            <a:off x="7784862" y="375260"/>
            <a:ext cx="768000" cy="4680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0" name="Google Shape;160;p12"/>
          <p:cNvSpPr/>
          <p:nvPr/>
        </p:nvSpPr>
        <p:spPr>
          <a:xfrm rot="-5400000" flipH="1">
            <a:off x="8520834" y="2338254"/>
            <a:ext cx="542400" cy="3303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1" name="Google Shape;161;p12"/>
          <p:cNvSpPr/>
          <p:nvPr/>
        </p:nvSpPr>
        <p:spPr>
          <a:xfrm rot="5400000" flipH="1">
            <a:off x="-280517" y="2947924"/>
            <a:ext cx="1435800" cy="8745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2" name="Google Shape;162;p12"/>
          <p:cNvSpPr/>
          <p:nvPr/>
        </p:nvSpPr>
        <p:spPr>
          <a:xfrm rot="5400000">
            <a:off x="-191502" y="2612001"/>
            <a:ext cx="979200" cy="5961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3" name="Google Shape;163;p12"/>
          <p:cNvSpPr/>
          <p:nvPr/>
        </p:nvSpPr>
        <p:spPr>
          <a:xfrm rot="-5400000" flipH="1">
            <a:off x="-209848" y="4278591"/>
            <a:ext cx="1074900" cy="655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4" name="Google Shape;164;p12"/>
          <p:cNvSpPr/>
          <p:nvPr/>
        </p:nvSpPr>
        <p:spPr>
          <a:xfrm rot="-5400000">
            <a:off x="-145500" y="2377843"/>
            <a:ext cx="7443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5" name="Google Shape;165;p12"/>
          <p:cNvSpPr/>
          <p:nvPr/>
        </p:nvSpPr>
        <p:spPr>
          <a:xfrm rot="-5400000" flipH="1">
            <a:off x="276152" y="3815879"/>
            <a:ext cx="7437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6" name="Google Shape;166;p12"/>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orange gradient">
  <p:cSld name="BLANK_2_1_1">
    <p:bg>
      <p:bgPr>
        <a:gradFill>
          <a:gsLst>
            <a:gs pos="0">
              <a:srgbClr val="FF0066"/>
            </a:gs>
            <a:gs pos="100000">
              <a:srgbClr val="FF9900"/>
            </a:gs>
          </a:gsLst>
          <a:lin ang="5400700" scaled="0"/>
        </a:gradFill>
        <a:effectLst/>
      </p:bgPr>
    </p:bg>
    <p:spTree>
      <p:nvGrpSpPr>
        <p:cNvPr id="1" name="Shape 167"/>
        <p:cNvGrpSpPr/>
        <p:nvPr/>
      </p:nvGrpSpPr>
      <p:grpSpPr>
        <a:xfrm>
          <a:off x="0" y="0"/>
          <a:ext cx="0" cy="0"/>
          <a:chOff x="0" y="0"/>
          <a:chExt cx="0" cy="0"/>
        </a:xfrm>
      </p:grpSpPr>
      <p:sp>
        <p:nvSpPr>
          <p:cNvPr id="168" name="Google Shape;168;p13"/>
          <p:cNvSpPr/>
          <p:nvPr/>
        </p:nvSpPr>
        <p:spPr>
          <a:xfrm rot="5400000" flipH="1">
            <a:off x="7987926" y="280753"/>
            <a:ext cx="1436700" cy="8754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9" name="Google Shape;169;p13"/>
          <p:cNvSpPr/>
          <p:nvPr/>
        </p:nvSpPr>
        <p:spPr>
          <a:xfrm rot="5400000" flipH="1">
            <a:off x="7711932" y="1152020"/>
            <a:ext cx="1779900" cy="1084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0" name="Google Shape;170;p13"/>
          <p:cNvSpPr/>
          <p:nvPr/>
        </p:nvSpPr>
        <p:spPr>
          <a:xfrm rot="-5400000">
            <a:off x="8367248" y="1879235"/>
            <a:ext cx="965400" cy="588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1" name="Google Shape;171;p13"/>
          <p:cNvSpPr/>
          <p:nvPr/>
        </p:nvSpPr>
        <p:spPr>
          <a:xfrm rot="-5400000">
            <a:off x="7784863" y="375260"/>
            <a:ext cx="768000" cy="4680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2" name="Google Shape;172;p13"/>
          <p:cNvSpPr/>
          <p:nvPr/>
        </p:nvSpPr>
        <p:spPr>
          <a:xfrm rot="-5400000" flipH="1">
            <a:off x="8520834" y="2338254"/>
            <a:ext cx="542400" cy="3303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3" name="Google Shape;173;p13"/>
          <p:cNvSpPr/>
          <p:nvPr/>
        </p:nvSpPr>
        <p:spPr>
          <a:xfrm rot="5400000" flipH="1">
            <a:off x="-280517" y="2947924"/>
            <a:ext cx="1435800" cy="8745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4" name="Google Shape;174;p13"/>
          <p:cNvSpPr/>
          <p:nvPr/>
        </p:nvSpPr>
        <p:spPr>
          <a:xfrm rot="5400000">
            <a:off x="-191502" y="2612001"/>
            <a:ext cx="979200" cy="5961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5" name="Google Shape;175;p13"/>
          <p:cNvSpPr/>
          <p:nvPr/>
        </p:nvSpPr>
        <p:spPr>
          <a:xfrm rot="-5400000" flipH="1">
            <a:off x="-209848" y="4278591"/>
            <a:ext cx="1074900" cy="655200"/>
          </a:xfrm>
          <a:prstGeom prst="parallelogram">
            <a:avLst>
              <a:gd name="adj" fmla="val 81897"/>
            </a:avLst>
          </a:prstGeom>
          <a:solidFill>
            <a:srgbClr val="FFFFFF">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 name="Google Shape;176;p13"/>
          <p:cNvSpPr/>
          <p:nvPr/>
        </p:nvSpPr>
        <p:spPr>
          <a:xfrm rot="-5400000">
            <a:off x="-145501" y="2377842"/>
            <a:ext cx="7443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7" name="Google Shape;177;p13"/>
          <p:cNvSpPr/>
          <p:nvPr/>
        </p:nvSpPr>
        <p:spPr>
          <a:xfrm rot="-5400000" flipH="1">
            <a:off x="276152" y="3815879"/>
            <a:ext cx="743700" cy="4533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8" name="Google Shape;178;p13"/>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big">
  <p:cSld name="BLANK_1">
    <p:spTree>
      <p:nvGrpSpPr>
        <p:cNvPr id="1" name="Shape 179"/>
        <p:cNvGrpSpPr/>
        <p:nvPr/>
      </p:nvGrpSpPr>
      <p:grpSpPr>
        <a:xfrm>
          <a:off x="0" y="0"/>
          <a:ext cx="0" cy="0"/>
          <a:chOff x="0" y="0"/>
          <a:chExt cx="0" cy="0"/>
        </a:xfrm>
      </p:grpSpPr>
      <p:grpSp>
        <p:nvGrpSpPr>
          <p:cNvPr id="180" name="Google Shape;180;p14"/>
          <p:cNvGrpSpPr/>
          <p:nvPr/>
        </p:nvGrpSpPr>
        <p:grpSpPr>
          <a:xfrm>
            <a:off x="7395202" y="-6"/>
            <a:ext cx="1748884" cy="4013021"/>
            <a:chOff x="7395202" y="-6"/>
            <a:chExt cx="1748884" cy="4013021"/>
          </a:xfrm>
        </p:grpSpPr>
        <p:sp>
          <p:nvSpPr>
            <p:cNvPr id="181" name="Google Shape;181;p14"/>
            <p:cNvSpPr/>
            <p:nvPr/>
          </p:nvSpPr>
          <p:spPr>
            <a:xfrm rot="5400000" flipH="1">
              <a:off x="7471942" y="406044"/>
              <a:ext cx="2078100" cy="12660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 name="Google Shape;182;p14"/>
            <p:cNvSpPr/>
            <p:nvPr/>
          </p:nvSpPr>
          <p:spPr>
            <a:xfrm rot="5400000" flipH="1">
              <a:off x="7072800" y="1666234"/>
              <a:ext cx="2574300" cy="15681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3" name="Google Shape;183;p14"/>
            <p:cNvSpPr/>
            <p:nvPr/>
          </p:nvSpPr>
          <p:spPr>
            <a:xfrm rot="-5400000">
              <a:off x="8020587" y="2718092"/>
              <a:ext cx="1396200" cy="8508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4" name="Google Shape;184;p14"/>
            <p:cNvSpPr/>
            <p:nvPr/>
          </p:nvSpPr>
          <p:spPr>
            <a:xfrm rot="-5400000">
              <a:off x="7178152" y="542730"/>
              <a:ext cx="1110900" cy="6768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5" name="Google Shape;185;p14"/>
            <p:cNvSpPr/>
            <p:nvPr/>
          </p:nvSpPr>
          <p:spPr>
            <a:xfrm rot="-5400000" flipH="1">
              <a:off x="8242801" y="3381815"/>
              <a:ext cx="784500" cy="4779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86" name="Google Shape;186;p14"/>
          <p:cNvSpPr/>
          <p:nvPr/>
        </p:nvSpPr>
        <p:spPr>
          <a:xfrm rot="5400000" flipH="1">
            <a:off x="-479615" y="1845054"/>
            <a:ext cx="2455200" cy="1495800"/>
          </a:xfrm>
          <a:prstGeom prst="parallelogram">
            <a:avLst>
              <a:gd name="adj" fmla="val 81897"/>
            </a:avLst>
          </a:prstGeom>
          <a:gradFill>
            <a:gsLst>
              <a:gs pos="0">
                <a:srgbClr val="CC3399"/>
              </a:gs>
              <a:gs pos="100000">
                <a:srgbClr val="6699F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7" name="Google Shape;187;p14"/>
          <p:cNvSpPr/>
          <p:nvPr/>
        </p:nvSpPr>
        <p:spPr>
          <a:xfrm rot="5400000">
            <a:off x="-262152" y="1526813"/>
            <a:ext cx="1340700" cy="816300"/>
          </a:xfrm>
          <a:prstGeom prst="parallelogram">
            <a:avLst>
              <a:gd name="adj" fmla="val 81897"/>
            </a:avLst>
          </a:prstGeom>
          <a:gradFill>
            <a:gsLst>
              <a:gs pos="0">
                <a:srgbClr val="33CCCC"/>
              </a:gs>
              <a:gs pos="100000">
                <a:srgbClr val="66FF33"/>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8" name="Google Shape;188;p14"/>
          <p:cNvSpPr/>
          <p:nvPr/>
        </p:nvSpPr>
        <p:spPr>
          <a:xfrm rot="-5400000" flipH="1">
            <a:off x="-358955" y="3663589"/>
            <a:ext cx="1838400" cy="1120500"/>
          </a:xfrm>
          <a:prstGeom prst="parallelogram">
            <a:avLst>
              <a:gd name="adj" fmla="val 81897"/>
            </a:avLst>
          </a:prstGeom>
          <a:gradFill>
            <a:gsLst>
              <a:gs pos="0">
                <a:srgbClr val="FF0066"/>
              </a:gs>
              <a:gs pos="100000">
                <a:srgbClr val="FF9900"/>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9" name="Google Shape;189;p14"/>
          <p:cNvSpPr/>
          <p:nvPr/>
        </p:nvSpPr>
        <p:spPr>
          <a:xfrm rot="-5400000">
            <a:off x="-199052" y="1206482"/>
            <a:ext cx="1018800" cy="620700"/>
          </a:xfrm>
          <a:prstGeom prst="parallelogram">
            <a:avLst>
              <a:gd name="adj" fmla="val 81897"/>
            </a:avLst>
          </a:prstGeom>
          <a:solidFill>
            <a:srgbClr val="FFFFFF">
              <a:alpha val="1411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p14"/>
          <p:cNvSpPr/>
          <p:nvPr/>
        </p:nvSpPr>
        <p:spPr>
          <a:xfrm rot="-5400000" flipH="1">
            <a:off x="472234" y="3024661"/>
            <a:ext cx="1272000" cy="775200"/>
          </a:xfrm>
          <a:prstGeom prst="parallelogram">
            <a:avLst>
              <a:gd name="adj" fmla="val 81897"/>
            </a:avLst>
          </a:prstGeom>
          <a:solidFill>
            <a:srgbClr val="0066FF">
              <a:alpha val="2235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p14"/>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192"/>
        <p:cNvGrpSpPr/>
        <p:nvPr/>
      </p:nvGrpSpPr>
      <p:grpSpPr>
        <a:xfrm>
          <a:off x="0" y="0"/>
          <a:ext cx="0" cy="0"/>
          <a:chOff x="0" y="0"/>
          <a:chExt cx="0" cy="0"/>
        </a:xfrm>
      </p:grpSpPr>
      <p:sp>
        <p:nvSpPr>
          <p:cNvPr id="193" name="Google Shape;193;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4" name="Google Shape;194;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5" name="Google Shape;19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196"/>
        <p:cNvGrpSpPr/>
        <p:nvPr/>
      </p:nvGrpSpPr>
      <p:grpSpPr>
        <a:xfrm>
          <a:off x="0" y="0"/>
          <a:ext cx="0" cy="0"/>
          <a:chOff x="0" y="0"/>
          <a:chExt cx="0" cy="0"/>
        </a:xfrm>
      </p:grpSpPr>
      <p:sp>
        <p:nvSpPr>
          <p:cNvPr id="197" name="Google Shape;19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8" name="Google Shape;198;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9" name="Google Shape;19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41F3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67088" y="912850"/>
            <a:ext cx="5972100" cy="6360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1pPr>
            <a:lvl2pPr marR="0" lvl="1"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2pPr>
            <a:lvl3pPr marR="0" lvl="2"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3pPr>
            <a:lvl4pPr marR="0" lvl="3"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4pPr>
            <a:lvl5pPr marR="0" lvl="4"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5pPr>
            <a:lvl6pPr marR="0" lvl="5"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6pPr>
            <a:lvl7pPr marR="0" lvl="6"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7pPr>
            <a:lvl8pPr marR="0" lvl="7"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8pPr>
            <a:lvl9pPr marR="0" lvl="8" algn="l" rtl="0">
              <a:lnSpc>
                <a:spcPct val="100000"/>
              </a:lnSpc>
              <a:spcBef>
                <a:spcPts val="0"/>
              </a:spcBef>
              <a:spcAft>
                <a:spcPts val="0"/>
              </a:spcAft>
              <a:buClr>
                <a:srgbClr val="FFFFFF"/>
              </a:buClr>
              <a:buSzPts val="3000"/>
              <a:buFont typeface="Hind"/>
              <a:buNone/>
              <a:defRPr sz="3000" b="1" i="0" u="none" strike="noStrike" cap="none">
                <a:solidFill>
                  <a:srgbClr val="FFFFFF"/>
                </a:solidFill>
                <a:latin typeface="Hind"/>
                <a:ea typeface="Hind"/>
                <a:cs typeface="Hind"/>
                <a:sym typeface="Hind"/>
              </a:defRPr>
            </a:lvl9pPr>
          </a:lstStyle>
          <a:p>
            <a:endParaRPr/>
          </a:p>
        </p:txBody>
      </p:sp>
      <p:sp>
        <p:nvSpPr>
          <p:cNvPr id="7" name="Google Shape;7;p1"/>
          <p:cNvSpPr txBox="1">
            <a:spLocks noGrp="1"/>
          </p:cNvSpPr>
          <p:nvPr>
            <p:ph type="body" idx="1"/>
          </p:nvPr>
        </p:nvSpPr>
        <p:spPr>
          <a:xfrm>
            <a:off x="1067088" y="1650548"/>
            <a:ext cx="5972100" cy="27645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1pPr>
            <a:lvl2pPr marL="914400" marR="0" lvl="1"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2pPr>
            <a:lvl3pPr marL="1371600" marR="0" lvl="2"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3pPr>
            <a:lvl4pPr marL="1828800" marR="0" lvl="3"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4pPr>
            <a:lvl5pPr marL="2286000" marR="0" lvl="4"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5pPr>
            <a:lvl6pPr marL="2743200" marR="0" lvl="5"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6pPr>
            <a:lvl7pPr marL="3200400" marR="0" lvl="6"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7pPr>
            <a:lvl8pPr marL="3657600" marR="0" lvl="7"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8pPr>
            <a:lvl9pPr marL="4114800" marR="0" lvl="8" indent="-381000" algn="l" rtl="0">
              <a:lnSpc>
                <a:spcPct val="100000"/>
              </a:lnSpc>
              <a:spcBef>
                <a:spcPts val="0"/>
              </a:spcBef>
              <a:spcAft>
                <a:spcPts val="0"/>
              </a:spcAft>
              <a:buClr>
                <a:srgbClr val="1C4587"/>
              </a:buClr>
              <a:buSzPts val="2400"/>
              <a:buFont typeface="Hind"/>
              <a:buChar char="»"/>
              <a:defRPr sz="2400" b="0" i="0" u="none" strike="noStrike" cap="none">
                <a:solidFill>
                  <a:srgbClr val="FFFFFF"/>
                </a:solidFill>
                <a:latin typeface="Hind"/>
                <a:ea typeface="Hind"/>
                <a:cs typeface="Hind"/>
                <a:sym typeface="Hind"/>
              </a:defRPr>
            </a:lvl9pPr>
          </a:lstStyle>
          <a:p>
            <a:endParaRPr/>
          </a:p>
        </p:txBody>
      </p:sp>
      <p:sp>
        <p:nvSpPr>
          <p:cNvPr id="8" name="Google Shape;8;p1"/>
          <p:cNvSpPr txBox="1">
            <a:spLocks noGrp="1"/>
          </p:cNvSpPr>
          <p:nvPr>
            <p:ph type="sldNum" idx="12"/>
          </p:nvPr>
        </p:nvSpPr>
        <p:spPr>
          <a:xfrm>
            <a:off x="8556775" y="4812625"/>
            <a:ext cx="587100" cy="3309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Hind"/>
                <a:ea typeface="Hind"/>
                <a:cs typeface="Hind"/>
                <a:sym typeface="Hind"/>
              </a:defRPr>
            </a:lvl9pPr>
          </a:lstStyle>
          <a:p>
            <a:pPr marL="0" lvl="0" indent="0" algn="r" rtl="0">
              <a:spcBef>
                <a:spcPts val="0"/>
              </a:spcBef>
              <a:spcAft>
                <a:spcPts val="0"/>
              </a:spcAft>
              <a:buNone/>
            </a:pPr>
            <a:fld id="{00000000-1234-1234-1234-123412341234}" type="slidenum">
              <a:rPr lang="en"/>
              <a:t>‹#›</a:t>
            </a:fld>
            <a:endParaRPr/>
          </a:p>
        </p:txBody>
      </p:sp>
      <p:sp>
        <p:nvSpPr>
          <p:cNvPr id="4" name="TextBox 3">
            <a:extLst>
              <a:ext uri="{FF2B5EF4-FFF2-40B4-BE49-F238E27FC236}">
                <a16:creationId xmlns:a16="http://schemas.microsoft.com/office/drawing/2014/main" id="{D92C373F-4818-D817-3149-2D1102CEFA17}"/>
              </a:ext>
            </a:extLst>
          </p:cNvPr>
          <p:cNvSpPr txBox="1"/>
          <p:nvPr userDrawn="1">
            <p:extLst>
              <p:ext uri="{1162E1C5-73C7-4A58-AE30-91384D911F3F}">
                <p184:classification xmlns:p184="http://schemas.microsoft.com/office/powerpoint/2018/4/main" val="hdr"/>
              </p:ext>
            </p:extLst>
          </p:nvPr>
        </p:nvSpPr>
        <p:spPr>
          <a:xfrm>
            <a:off x="4341813" y="63500"/>
            <a:ext cx="488950" cy="152400"/>
          </a:xfrm>
          <a:prstGeom prst="rect">
            <a:avLst/>
          </a:prstGeom>
        </p:spPr>
        <p:txBody>
          <a:bodyPr horzOverflow="overflow" lIns="0" tIns="0" rIns="0" bIns="0">
            <a:spAutoFit/>
          </a:bodyPr>
          <a:lstStyle/>
          <a:p>
            <a:pPr algn="l"/>
            <a:r>
              <a:rPr lang="en-AU" sz="1000">
                <a:solidFill>
                  <a:srgbClr val="000000"/>
                </a:solidFill>
                <a:latin typeface="Calibri" panose="020F0502020204030204" pitchFamily="34" charset="0"/>
                <a:cs typeface="Calibri" panose="020F0502020204030204" pitchFamily="34" charset="0"/>
              </a:rPr>
              <a:t>OFFICIAL</a:t>
            </a:r>
          </a:p>
        </p:txBody>
      </p:sp>
      <p:sp>
        <p:nvSpPr>
          <p:cNvPr id="5" name="TextBox 4">
            <a:extLst>
              <a:ext uri="{FF2B5EF4-FFF2-40B4-BE49-F238E27FC236}">
                <a16:creationId xmlns:a16="http://schemas.microsoft.com/office/drawing/2014/main" id="{7D19282A-B1A2-B57D-CACF-FF632E029488}"/>
              </a:ext>
            </a:extLst>
          </p:cNvPr>
          <p:cNvSpPr txBox="1"/>
          <p:nvPr userDrawn="1">
            <p:extLst>
              <p:ext uri="{1162E1C5-73C7-4A58-AE30-91384D911F3F}">
                <p184:classification xmlns:p184="http://schemas.microsoft.com/office/powerpoint/2018/4/main" val="ftr"/>
              </p:ext>
            </p:extLst>
          </p:nvPr>
        </p:nvSpPr>
        <p:spPr>
          <a:xfrm>
            <a:off x="4341813" y="4927600"/>
            <a:ext cx="488950" cy="152400"/>
          </a:xfrm>
          <a:prstGeom prst="rect">
            <a:avLst/>
          </a:prstGeom>
        </p:spPr>
        <p:txBody>
          <a:bodyPr horzOverflow="overflow" lIns="0" tIns="0" rIns="0" bIns="0">
            <a:spAutoFit/>
          </a:bodyPr>
          <a:lstStyle/>
          <a:p>
            <a:pPr algn="l"/>
            <a:r>
              <a:rPr lang="en-AU" sz="1000">
                <a:solidFill>
                  <a:srgbClr val="000000"/>
                </a:solidFill>
                <a:latin typeface="Calibri" panose="020F0502020204030204" pitchFamily="34" charset="0"/>
                <a:cs typeface="Calibri" panose="020F0502020204030204" pitchFamily="34" charset="0"/>
              </a:rPr>
              <a:t>OFFICIAL</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a:spLocks noGrp="1"/>
          </p:cNvSpPr>
          <p:nvPr>
            <p:ph type="ctrTitle"/>
          </p:nvPr>
        </p:nvSpPr>
        <p:spPr>
          <a:xfrm>
            <a:off x="2647950" y="2206305"/>
            <a:ext cx="38481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Dungeon Game</a:t>
            </a:r>
            <a:endParaRPr sz="4000" dirty="0"/>
          </a:p>
          <a:p>
            <a:pPr marL="0" lvl="0" indent="0" algn="ctr" rtl="0">
              <a:spcBef>
                <a:spcPts val="0"/>
              </a:spcBef>
              <a:spcAft>
                <a:spcPts val="0"/>
              </a:spcAft>
              <a:buNone/>
            </a:pPr>
            <a:r>
              <a:rPr lang="en" sz="4000" dirty="0"/>
              <a:t>Art Bible</a:t>
            </a:r>
            <a:endParaRPr sz="4000" dirty="0"/>
          </a:p>
        </p:txBody>
      </p:sp>
      <p:sp>
        <p:nvSpPr>
          <p:cNvPr id="2" name="TextBox 1">
            <a:extLst>
              <a:ext uri="{FF2B5EF4-FFF2-40B4-BE49-F238E27FC236}">
                <a16:creationId xmlns:a16="http://schemas.microsoft.com/office/drawing/2014/main" id="{12AB1906-4A66-A965-6B71-360515D0F4AC}"/>
              </a:ext>
            </a:extLst>
          </p:cNvPr>
          <p:cNvSpPr txBox="1"/>
          <p:nvPr/>
        </p:nvSpPr>
        <p:spPr>
          <a:xfrm>
            <a:off x="3328147" y="4617559"/>
            <a:ext cx="56544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 Organise &amp; Plan the Project With Your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EAAAB-BF4C-9826-C4D1-31B40896F83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A4E670F-C6A4-0BF9-2877-12FF5F1A3A48}"/>
              </a:ext>
            </a:extLst>
          </p:cNvPr>
          <p:cNvSpPr>
            <a:spLocks noGrp="1"/>
          </p:cNvSpPr>
          <p:nvPr>
            <p:ph type="body" idx="1"/>
          </p:nvPr>
        </p:nvSpPr>
        <p:spPr/>
        <p:txBody>
          <a:bodyPr/>
          <a:lstStyle/>
          <a:p>
            <a:pPr marL="76200" indent="0">
              <a:buNone/>
            </a:pPr>
            <a:r>
              <a:rPr lang="en-AU" sz="4000" i="0" dirty="0"/>
              <a:t>Team Organisation</a:t>
            </a:r>
          </a:p>
        </p:txBody>
      </p:sp>
      <p:sp>
        <p:nvSpPr>
          <p:cNvPr id="3" name="TextBox 2">
            <a:extLst>
              <a:ext uri="{FF2B5EF4-FFF2-40B4-BE49-F238E27FC236}">
                <a16:creationId xmlns:a16="http://schemas.microsoft.com/office/drawing/2014/main" id="{AB73563F-ED6F-D595-117F-4B3D28C3340B}"/>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1</a:t>
            </a:r>
          </a:p>
        </p:txBody>
      </p:sp>
    </p:spTree>
    <p:extLst>
      <p:ext uri="{BB962C8B-B14F-4D97-AF65-F5344CB8AC3E}">
        <p14:creationId xmlns:p14="http://schemas.microsoft.com/office/powerpoint/2010/main" val="3990290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E7564EA3-0FB9-9856-B777-0A3F5B1E68DD}"/>
            </a:ext>
          </a:extLst>
        </p:cNvPr>
        <p:cNvGrpSpPr/>
        <p:nvPr/>
      </p:nvGrpSpPr>
      <p:grpSpPr>
        <a:xfrm>
          <a:off x="0" y="0"/>
          <a:ext cx="0" cy="0"/>
          <a:chOff x="0" y="0"/>
          <a:chExt cx="0" cy="0"/>
        </a:xfrm>
      </p:grpSpPr>
      <p:sp>
        <p:nvSpPr>
          <p:cNvPr id="218" name="Google Shape;218;p19">
            <a:extLst>
              <a:ext uri="{FF2B5EF4-FFF2-40B4-BE49-F238E27FC236}">
                <a16:creationId xmlns:a16="http://schemas.microsoft.com/office/drawing/2014/main" id="{76E16205-01CF-6A64-3223-9E2FA401CA73}"/>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Team Members &amp; Roles</a:t>
            </a:r>
            <a:endParaRPr dirty="0"/>
          </a:p>
        </p:txBody>
      </p:sp>
      <p:sp>
        <p:nvSpPr>
          <p:cNvPr id="219" name="Google Shape;219;p19">
            <a:extLst>
              <a:ext uri="{FF2B5EF4-FFF2-40B4-BE49-F238E27FC236}">
                <a16:creationId xmlns:a16="http://schemas.microsoft.com/office/drawing/2014/main" id="{E19C3665-2E22-477D-6797-612A35D3166F}"/>
              </a:ext>
            </a:extLst>
          </p:cNvPr>
          <p:cNvSpPr txBox="1">
            <a:spLocks noGrp="1"/>
          </p:cNvSpPr>
          <p:nvPr>
            <p:ph type="body" idx="1"/>
          </p:nvPr>
        </p:nvSpPr>
        <p:spPr>
          <a:xfrm>
            <a:off x="1067088" y="1466566"/>
            <a:ext cx="6323514" cy="63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400" i="1" dirty="0"/>
              <a:t>Determine the roles and duties you and your teammates will perform while working on the project.</a:t>
            </a:r>
            <a:endParaRPr sz="1400" i="1" dirty="0"/>
          </a:p>
        </p:txBody>
      </p:sp>
      <p:sp>
        <p:nvSpPr>
          <p:cNvPr id="2" name="Google Shape;219;p19">
            <a:extLst>
              <a:ext uri="{FF2B5EF4-FFF2-40B4-BE49-F238E27FC236}">
                <a16:creationId xmlns:a16="http://schemas.microsoft.com/office/drawing/2014/main" id="{36C830D5-C8AC-5596-1386-329F95153CC8}"/>
              </a:ext>
            </a:extLst>
          </p:cNvPr>
          <p:cNvSpPr txBox="1">
            <a:spLocks/>
          </p:cNvSpPr>
          <p:nvPr/>
        </p:nvSpPr>
        <p:spPr>
          <a:xfrm>
            <a:off x="1067088" y="2102566"/>
            <a:ext cx="6323514" cy="24596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1pPr>
            <a:lvl2pPr marL="914400" marR="0" lvl="1"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2pPr>
            <a:lvl3pPr marL="1371600" marR="0" lvl="2"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3pPr>
            <a:lvl4pPr marL="1828800" marR="0" lvl="3"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4pPr>
            <a:lvl5pPr marL="2286000" marR="0" lvl="4"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5pPr>
            <a:lvl6pPr marL="2743200" marR="0" lvl="5"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6pPr>
            <a:lvl7pPr marL="3200400" marR="0" lvl="6"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7pPr>
            <a:lvl8pPr marL="3657600" marR="0" lvl="7"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8pPr>
            <a:lvl9pPr marL="4114800" marR="0" lvl="8" indent="-342900" algn="l" rtl="0">
              <a:lnSpc>
                <a:spcPct val="100000"/>
              </a:lnSpc>
              <a:spcBef>
                <a:spcPts val="0"/>
              </a:spcBef>
              <a:spcAft>
                <a:spcPts val="0"/>
              </a:spcAft>
              <a:buClr>
                <a:srgbClr val="1C4587"/>
              </a:buClr>
              <a:buSzPts val="1800"/>
              <a:buFont typeface="Hind"/>
              <a:buChar char="»"/>
              <a:defRPr sz="1800" b="0" i="0" u="none" strike="noStrike" cap="none">
                <a:solidFill>
                  <a:srgbClr val="FFFFFF"/>
                </a:solidFill>
                <a:latin typeface="Hind"/>
                <a:ea typeface="Hind"/>
                <a:cs typeface="Hind"/>
                <a:sym typeface="Hind"/>
              </a:defRPr>
            </a:lvl9pPr>
          </a:lstStyle>
          <a:p>
            <a:pPr marL="0" indent="0">
              <a:buFont typeface="Hind"/>
              <a:buNone/>
            </a:pPr>
            <a:r>
              <a:rPr lang="en-AU" sz="1400" i="1" dirty="0"/>
              <a:t>Johnny - Programmer</a:t>
            </a:r>
          </a:p>
          <a:p>
            <a:pPr marL="0" indent="0">
              <a:buFont typeface="Hind"/>
              <a:buNone/>
            </a:pPr>
            <a:r>
              <a:rPr lang="en-AU" sz="1400" i="1" dirty="0"/>
              <a:t>Aiden - Programmer</a:t>
            </a:r>
          </a:p>
          <a:p>
            <a:pPr marL="0" indent="0">
              <a:buFont typeface="Hind"/>
              <a:buNone/>
            </a:pPr>
            <a:r>
              <a:rPr lang="en-AU" sz="1400" i="1" dirty="0"/>
              <a:t>Georgia - Artist</a:t>
            </a:r>
          </a:p>
          <a:p>
            <a:pPr marL="0" indent="0">
              <a:buFont typeface="Hind"/>
              <a:buNone/>
            </a:pPr>
            <a:r>
              <a:rPr lang="en-AU" sz="1400" i="1" dirty="0"/>
              <a:t>Eddy - Artist</a:t>
            </a:r>
          </a:p>
          <a:p>
            <a:pPr marL="0" indent="0">
              <a:buFont typeface="Hind"/>
              <a:buNone/>
            </a:pPr>
            <a:endParaRPr lang="en-AU" sz="1400" i="1" dirty="0"/>
          </a:p>
        </p:txBody>
      </p:sp>
      <p:sp>
        <p:nvSpPr>
          <p:cNvPr id="3" name="TextBox 2">
            <a:extLst>
              <a:ext uri="{FF2B5EF4-FFF2-40B4-BE49-F238E27FC236}">
                <a16:creationId xmlns:a16="http://schemas.microsoft.com/office/drawing/2014/main" id="{F0B41FA7-7250-2304-02FF-C6704CB1A496}"/>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1</a:t>
            </a:r>
          </a:p>
        </p:txBody>
      </p:sp>
    </p:spTree>
    <p:extLst>
      <p:ext uri="{BB962C8B-B14F-4D97-AF65-F5344CB8AC3E}">
        <p14:creationId xmlns:p14="http://schemas.microsoft.com/office/powerpoint/2010/main" val="2062018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
          <a:extLst>
            <a:ext uri="{FF2B5EF4-FFF2-40B4-BE49-F238E27FC236}">
              <a16:creationId xmlns:a16="http://schemas.microsoft.com/office/drawing/2014/main" id="{12C9D0E1-A105-1CDD-0465-1DE5DF1D5B18}"/>
            </a:ext>
          </a:extLst>
        </p:cNvPr>
        <p:cNvGrpSpPr/>
        <p:nvPr/>
      </p:nvGrpSpPr>
      <p:grpSpPr>
        <a:xfrm>
          <a:off x="0" y="0"/>
          <a:ext cx="0" cy="0"/>
          <a:chOff x="0" y="0"/>
          <a:chExt cx="0" cy="0"/>
        </a:xfrm>
      </p:grpSpPr>
      <p:sp>
        <p:nvSpPr>
          <p:cNvPr id="211" name="Google Shape;211;p18">
            <a:extLst>
              <a:ext uri="{FF2B5EF4-FFF2-40B4-BE49-F238E27FC236}">
                <a16:creationId xmlns:a16="http://schemas.microsoft.com/office/drawing/2014/main" id="{3D06554F-5918-8D3D-D20C-0D48800FD982}"/>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Team Protocol for the Project</a:t>
            </a:r>
            <a:endParaRPr dirty="0"/>
          </a:p>
        </p:txBody>
      </p:sp>
      <p:sp>
        <p:nvSpPr>
          <p:cNvPr id="212" name="Google Shape;212;p18">
            <a:extLst>
              <a:ext uri="{FF2B5EF4-FFF2-40B4-BE49-F238E27FC236}">
                <a16:creationId xmlns:a16="http://schemas.microsoft.com/office/drawing/2014/main" id="{CD7E8D5C-D0EC-983B-DB57-461B052E1875}"/>
              </a:ext>
            </a:extLst>
          </p:cNvPr>
          <p:cNvSpPr txBox="1">
            <a:spLocks noGrp="1"/>
          </p:cNvSpPr>
          <p:nvPr>
            <p:ph type="body" idx="1"/>
          </p:nvPr>
        </p:nvSpPr>
        <p:spPr>
          <a:xfrm>
            <a:off x="1067088" y="1548850"/>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200" dirty="0"/>
              <a:t>Write down the protocol you and your team will be using to organise, design and produce this project.</a:t>
            </a:r>
          </a:p>
          <a:p>
            <a:pPr marL="0" lvl="0" indent="0" algn="l" rtl="0">
              <a:spcBef>
                <a:spcPts val="600"/>
              </a:spcBef>
              <a:spcAft>
                <a:spcPts val="0"/>
              </a:spcAft>
              <a:buNone/>
            </a:pPr>
            <a:r>
              <a:rPr lang="en-AU" sz="1200" dirty="0"/>
              <a:t>A protocol is an official procedure or system of rules that you will be using to hold yourself and your team members accountable to during the project.</a:t>
            </a:r>
          </a:p>
          <a:p>
            <a:pPr marL="0" lvl="0" indent="0" algn="l" rtl="0">
              <a:spcBef>
                <a:spcPts val="600"/>
              </a:spcBef>
              <a:spcAft>
                <a:spcPts val="0"/>
              </a:spcAft>
              <a:buNone/>
            </a:pPr>
            <a:endParaRPr lang="en-AU" sz="1200" dirty="0"/>
          </a:p>
          <a:p>
            <a:pPr marL="0" lvl="0" indent="0" algn="l" rtl="0">
              <a:spcBef>
                <a:spcPts val="600"/>
              </a:spcBef>
              <a:spcAft>
                <a:spcPts val="0"/>
              </a:spcAft>
              <a:buNone/>
            </a:pPr>
            <a:r>
              <a:rPr lang="en-AU" sz="1200" dirty="0"/>
              <a:t>- We will use Trello to ensure tasks are completed by a certain date.</a:t>
            </a:r>
            <a:endParaRPr sz="1200" dirty="0"/>
          </a:p>
        </p:txBody>
      </p:sp>
      <p:sp>
        <p:nvSpPr>
          <p:cNvPr id="2" name="TextBox 1">
            <a:extLst>
              <a:ext uri="{FF2B5EF4-FFF2-40B4-BE49-F238E27FC236}">
                <a16:creationId xmlns:a16="http://schemas.microsoft.com/office/drawing/2014/main" id="{15AA7DFA-A71D-2DB0-9DDF-6A486F4616CD}"/>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1</a:t>
            </a:r>
          </a:p>
        </p:txBody>
      </p:sp>
    </p:spTree>
    <p:extLst>
      <p:ext uri="{BB962C8B-B14F-4D97-AF65-F5344CB8AC3E}">
        <p14:creationId xmlns:p14="http://schemas.microsoft.com/office/powerpoint/2010/main" val="44503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0">
          <a:extLst>
            <a:ext uri="{FF2B5EF4-FFF2-40B4-BE49-F238E27FC236}">
              <a16:creationId xmlns:a16="http://schemas.microsoft.com/office/drawing/2014/main" id="{531A8045-6DC2-E2AE-E2C8-80C95B1B7791}"/>
            </a:ext>
          </a:extLst>
        </p:cNvPr>
        <p:cNvGrpSpPr/>
        <p:nvPr/>
      </p:nvGrpSpPr>
      <p:grpSpPr>
        <a:xfrm>
          <a:off x="0" y="0"/>
          <a:ext cx="0" cy="0"/>
          <a:chOff x="0" y="0"/>
          <a:chExt cx="0" cy="0"/>
        </a:xfrm>
      </p:grpSpPr>
      <p:sp>
        <p:nvSpPr>
          <p:cNvPr id="211" name="Google Shape;211;p18">
            <a:extLst>
              <a:ext uri="{FF2B5EF4-FFF2-40B4-BE49-F238E27FC236}">
                <a16:creationId xmlns:a16="http://schemas.microsoft.com/office/drawing/2014/main" id="{93F4E481-6181-3269-281C-A9D8FB5B9908}"/>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Communication Tools &amp; Software</a:t>
            </a:r>
            <a:endParaRPr dirty="0"/>
          </a:p>
        </p:txBody>
      </p:sp>
      <p:sp>
        <p:nvSpPr>
          <p:cNvPr id="212" name="Google Shape;212;p18">
            <a:extLst>
              <a:ext uri="{FF2B5EF4-FFF2-40B4-BE49-F238E27FC236}">
                <a16:creationId xmlns:a16="http://schemas.microsoft.com/office/drawing/2014/main" id="{13D42826-083A-93C7-5E3F-3A086733AC40}"/>
              </a:ext>
            </a:extLst>
          </p:cNvPr>
          <p:cNvSpPr txBox="1">
            <a:spLocks noGrp="1"/>
          </p:cNvSpPr>
          <p:nvPr>
            <p:ph type="body" idx="1"/>
          </p:nvPr>
        </p:nvSpPr>
        <p:spPr>
          <a:xfrm>
            <a:off x="1067088" y="1548850"/>
            <a:ext cx="5972100" cy="1144499"/>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AU" sz="1200" dirty="0"/>
              <a:t>Describe the communication tool/software you and your team will be using to organise, plan and manage tasks throughout the project. Describe their functions and how they’ll aid in team collaboration.</a:t>
            </a:r>
          </a:p>
          <a:p>
            <a:pPr marL="0" lvl="0" indent="0" algn="l" rtl="0">
              <a:spcBef>
                <a:spcPts val="600"/>
              </a:spcBef>
              <a:spcAft>
                <a:spcPts val="0"/>
              </a:spcAft>
              <a:buNone/>
            </a:pPr>
            <a:r>
              <a:rPr lang="en-AU" sz="1200" dirty="0"/>
              <a:t>You will need to provide one communication tool/software, one task management tool/software and one version control/storage system tool/software.</a:t>
            </a:r>
            <a:endParaRPr sz="1200" dirty="0"/>
          </a:p>
        </p:txBody>
      </p:sp>
      <p:graphicFrame>
        <p:nvGraphicFramePr>
          <p:cNvPr id="2" name="Table 1">
            <a:extLst>
              <a:ext uri="{FF2B5EF4-FFF2-40B4-BE49-F238E27FC236}">
                <a16:creationId xmlns:a16="http://schemas.microsoft.com/office/drawing/2014/main" id="{DE8A5F80-A7B7-869C-D36A-B14FD4FFD1CD}"/>
              </a:ext>
            </a:extLst>
          </p:cNvPr>
          <p:cNvGraphicFramePr>
            <a:graphicFrameLocks noGrp="1"/>
          </p:cNvGraphicFramePr>
          <p:nvPr>
            <p:extLst>
              <p:ext uri="{D42A27DB-BD31-4B8C-83A1-F6EECF244321}">
                <p14:modId xmlns:p14="http://schemas.microsoft.com/office/powerpoint/2010/main" val="2266037283"/>
              </p:ext>
            </p:extLst>
          </p:nvPr>
        </p:nvGraphicFramePr>
        <p:xfrm>
          <a:off x="1067088" y="2750630"/>
          <a:ext cx="6096000" cy="1953345"/>
        </p:xfrm>
        <a:graphic>
          <a:graphicData uri="http://schemas.openxmlformats.org/drawingml/2006/table">
            <a:tbl>
              <a:tblPr firstRow="1" bandRow="1">
                <a:tableStyleId>{5C22544A-7EE6-4342-B048-85BDC9FD1C3A}</a:tableStyleId>
              </a:tblPr>
              <a:tblGrid>
                <a:gridCol w="1996623">
                  <a:extLst>
                    <a:ext uri="{9D8B030D-6E8A-4147-A177-3AD203B41FA5}">
                      <a16:colId xmlns:a16="http://schemas.microsoft.com/office/drawing/2014/main" val="2546810056"/>
                    </a:ext>
                  </a:extLst>
                </a:gridCol>
                <a:gridCol w="4099377">
                  <a:extLst>
                    <a:ext uri="{9D8B030D-6E8A-4147-A177-3AD203B41FA5}">
                      <a16:colId xmlns:a16="http://schemas.microsoft.com/office/drawing/2014/main" val="205359074"/>
                    </a:ext>
                  </a:extLst>
                </a:gridCol>
              </a:tblGrid>
              <a:tr h="370840">
                <a:tc>
                  <a:txBody>
                    <a:bodyPr/>
                    <a:lstStyle/>
                    <a:p>
                      <a:r>
                        <a:rPr lang="en-AU" sz="1200" dirty="0">
                          <a:latin typeface="Hind" panose="02000000000000000000" pitchFamily="2" charset="0"/>
                          <a:cs typeface="Hind" panose="02000000000000000000" pitchFamily="2" charset="0"/>
                        </a:rPr>
                        <a:t>Tool/Software Name</a:t>
                      </a:r>
                    </a:p>
                  </a:txBody>
                  <a:tcPr anchor="ctr"/>
                </a:tc>
                <a:tc>
                  <a:txBody>
                    <a:bodyPr/>
                    <a:lstStyle/>
                    <a:p>
                      <a:r>
                        <a:rPr lang="en-AU" sz="1200" dirty="0">
                          <a:latin typeface="Hind" panose="02000000000000000000" pitchFamily="2" charset="0"/>
                          <a:cs typeface="Hind" panose="02000000000000000000" pitchFamily="2" charset="0"/>
                        </a:rPr>
                        <a:t>How your team will use it</a:t>
                      </a:r>
                    </a:p>
                  </a:txBody>
                  <a:tcPr anchor="ctr"/>
                </a:tc>
                <a:extLst>
                  <a:ext uri="{0D108BD9-81ED-4DB2-BD59-A6C34878D82A}">
                    <a16:rowId xmlns:a16="http://schemas.microsoft.com/office/drawing/2014/main" val="387875209"/>
                  </a:ext>
                </a:extLst>
              </a:tr>
              <a:tr h="526703">
                <a:tc>
                  <a:txBody>
                    <a:bodyPr/>
                    <a:lstStyle/>
                    <a:p>
                      <a:r>
                        <a:rPr lang="en-AU" sz="1200" i="1" dirty="0">
                          <a:solidFill>
                            <a:schemeClr val="bg1"/>
                          </a:solidFill>
                          <a:latin typeface="Hind" panose="02000000000000000000" pitchFamily="2" charset="0"/>
                          <a:cs typeface="Hind" panose="02000000000000000000" pitchFamily="2" charset="0"/>
                        </a:rPr>
                        <a:t>Communication Tool</a:t>
                      </a:r>
                    </a:p>
                  </a:txBody>
                  <a:tcPr anchor="ctr"/>
                </a:tc>
                <a:tc>
                  <a:txBody>
                    <a:bodyPr/>
                    <a:lstStyle/>
                    <a:p>
                      <a:r>
                        <a:rPr lang="en-AU" sz="1200" dirty="0">
                          <a:solidFill>
                            <a:schemeClr val="bg1"/>
                          </a:solidFill>
                          <a:latin typeface="Hind" panose="02000000000000000000" pitchFamily="2" charset="0"/>
                          <a:cs typeface="Hind" panose="02000000000000000000" pitchFamily="2" charset="0"/>
                        </a:rPr>
                        <a:t>Discord</a:t>
                      </a:r>
                    </a:p>
                  </a:txBody>
                  <a:tcPr anchor="ctr"/>
                </a:tc>
                <a:extLst>
                  <a:ext uri="{0D108BD9-81ED-4DB2-BD59-A6C34878D82A}">
                    <a16:rowId xmlns:a16="http://schemas.microsoft.com/office/drawing/2014/main" val="2792493013"/>
                  </a:ext>
                </a:extLst>
              </a:tr>
              <a:tr h="498423">
                <a:tc>
                  <a:txBody>
                    <a:bodyPr/>
                    <a:lstStyle/>
                    <a:p>
                      <a:r>
                        <a:rPr lang="en-AU" sz="1200" i="1" dirty="0">
                          <a:solidFill>
                            <a:schemeClr val="bg1"/>
                          </a:solidFill>
                          <a:latin typeface="Hind" panose="02000000000000000000" pitchFamily="2" charset="0"/>
                          <a:cs typeface="Hind" panose="02000000000000000000" pitchFamily="2" charset="0"/>
                        </a:rPr>
                        <a:t>Version Control/File Storage</a:t>
                      </a:r>
                    </a:p>
                  </a:txBody>
                  <a:tcPr anchor="ctr"/>
                </a:tc>
                <a:tc>
                  <a:txBody>
                    <a:bodyPr/>
                    <a:lstStyle/>
                    <a:p>
                      <a:r>
                        <a:rPr lang="en-AU" sz="1200" dirty="0">
                          <a:solidFill>
                            <a:schemeClr val="bg1"/>
                          </a:solidFill>
                          <a:latin typeface="Hind" panose="02000000000000000000" pitchFamily="2" charset="0"/>
                          <a:cs typeface="Hind" panose="02000000000000000000" pitchFamily="2" charset="0"/>
                        </a:rPr>
                        <a:t>USB + Google Drive</a:t>
                      </a:r>
                    </a:p>
                  </a:txBody>
                  <a:tcPr anchor="ctr"/>
                </a:tc>
                <a:extLst>
                  <a:ext uri="{0D108BD9-81ED-4DB2-BD59-A6C34878D82A}">
                    <a16:rowId xmlns:a16="http://schemas.microsoft.com/office/drawing/2014/main" val="687348668"/>
                  </a:ext>
                </a:extLst>
              </a:tr>
              <a:tr h="557379">
                <a:tc>
                  <a:txBody>
                    <a:bodyPr/>
                    <a:lstStyle/>
                    <a:p>
                      <a:r>
                        <a:rPr lang="en-AU" sz="1200" i="1" dirty="0">
                          <a:solidFill>
                            <a:schemeClr val="bg1"/>
                          </a:solidFill>
                          <a:latin typeface="Hind" panose="02000000000000000000" pitchFamily="2" charset="0"/>
                          <a:cs typeface="Hind" panose="02000000000000000000" pitchFamily="2" charset="0"/>
                        </a:rPr>
                        <a:t>Task Management</a:t>
                      </a:r>
                    </a:p>
                  </a:txBody>
                  <a:tcPr anchor="ctr"/>
                </a:tc>
                <a:tc>
                  <a:txBody>
                    <a:bodyPr/>
                    <a:lstStyle/>
                    <a:p>
                      <a:r>
                        <a:rPr lang="en-AU" sz="1200" dirty="0">
                          <a:solidFill>
                            <a:schemeClr val="bg1"/>
                          </a:solidFill>
                          <a:latin typeface="Hind" panose="02000000000000000000" pitchFamily="2" charset="0"/>
                          <a:cs typeface="Hind" panose="02000000000000000000" pitchFamily="2" charset="0"/>
                        </a:rPr>
                        <a:t>Trello</a:t>
                      </a:r>
                    </a:p>
                  </a:txBody>
                  <a:tcPr anchor="ctr"/>
                </a:tc>
                <a:extLst>
                  <a:ext uri="{0D108BD9-81ED-4DB2-BD59-A6C34878D82A}">
                    <a16:rowId xmlns:a16="http://schemas.microsoft.com/office/drawing/2014/main" val="1665526676"/>
                  </a:ext>
                </a:extLst>
              </a:tr>
            </a:tbl>
          </a:graphicData>
        </a:graphic>
      </p:graphicFrame>
      <p:sp>
        <p:nvSpPr>
          <p:cNvPr id="3" name="TextBox 2">
            <a:extLst>
              <a:ext uri="{FF2B5EF4-FFF2-40B4-BE49-F238E27FC236}">
                <a16:creationId xmlns:a16="http://schemas.microsoft.com/office/drawing/2014/main" id="{9CA65A92-05DC-1D13-77C4-B45181D9F91A}"/>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1</a:t>
            </a:r>
          </a:p>
        </p:txBody>
      </p:sp>
    </p:spTree>
    <p:extLst>
      <p:ext uri="{BB962C8B-B14F-4D97-AF65-F5344CB8AC3E}">
        <p14:creationId xmlns:p14="http://schemas.microsoft.com/office/powerpoint/2010/main" val="3493665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a:extLst>
            <a:ext uri="{FF2B5EF4-FFF2-40B4-BE49-F238E27FC236}">
              <a16:creationId xmlns:a16="http://schemas.microsoft.com/office/drawing/2014/main" id="{77A78EE6-75BD-0AE9-23B4-9555DFE710F1}"/>
            </a:ext>
          </a:extLst>
        </p:cNvPr>
        <p:cNvGrpSpPr/>
        <p:nvPr/>
      </p:nvGrpSpPr>
      <p:grpSpPr>
        <a:xfrm>
          <a:off x="0" y="0"/>
          <a:ext cx="0" cy="0"/>
          <a:chOff x="0" y="0"/>
          <a:chExt cx="0" cy="0"/>
        </a:xfrm>
      </p:grpSpPr>
      <p:sp>
        <p:nvSpPr>
          <p:cNvPr id="211" name="Google Shape;211;p18">
            <a:extLst>
              <a:ext uri="{FF2B5EF4-FFF2-40B4-BE49-F238E27FC236}">
                <a16:creationId xmlns:a16="http://schemas.microsoft.com/office/drawing/2014/main" id="{017EF2B8-2B82-3C62-54AD-22959A15E82F}"/>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Team Communication</a:t>
            </a:r>
            <a:endParaRPr dirty="0"/>
          </a:p>
        </p:txBody>
      </p:sp>
      <p:sp>
        <p:nvSpPr>
          <p:cNvPr id="212" name="Google Shape;212;p18">
            <a:extLst>
              <a:ext uri="{FF2B5EF4-FFF2-40B4-BE49-F238E27FC236}">
                <a16:creationId xmlns:a16="http://schemas.microsoft.com/office/drawing/2014/main" id="{80FA3DF9-6B9D-EB42-104C-1D64FCCE06B2}"/>
              </a:ext>
            </a:extLst>
          </p:cNvPr>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200" i="1" dirty="0"/>
              <a:t>Establish a routine for keeping all members of the team in regular contact to ensure the established schedule is being abided by.</a:t>
            </a:r>
          </a:p>
          <a:p>
            <a:pPr marL="171450" lvl="0" indent="-171450" algn="l" rtl="0">
              <a:spcBef>
                <a:spcPts val="600"/>
              </a:spcBef>
              <a:spcAft>
                <a:spcPts val="0"/>
              </a:spcAft>
              <a:buFontTx/>
              <a:buChar char="-"/>
            </a:pPr>
            <a:r>
              <a:rPr lang="en-AU" sz="1200" i="1" dirty="0"/>
              <a:t>Discord group chat</a:t>
            </a:r>
          </a:p>
          <a:p>
            <a:pPr marL="171450" lvl="0" indent="-171450" algn="l" rtl="0">
              <a:spcBef>
                <a:spcPts val="600"/>
              </a:spcBef>
              <a:spcAft>
                <a:spcPts val="0"/>
              </a:spcAft>
              <a:buFontTx/>
              <a:buChar char="-"/>
            </a:pPr>
            <a:r>
              <a:rPr lang="en-AU" sz="1200" i="1" dirty="0"/>
              <a:t>Have a Trello to do list, and try to finish one model a week per person</a:t>
            </a:r>
            <a:endParaRPr sz="1200" i="1" dirty="0"/>
          </a:p>
        </p:txBody>
      </p:sp>
      <p:sp>
        <p:nvSpPr>
          <p:cNvPr id="2" name="TextBox 1">
            <a:extLst>
              <a:ext uri="{FF2B5EF4-FFF2-40B4-BE49-F238E27FC236}">
                <a16:creationId xmlns:a16="http://schemas.microsoft.com/office/drawing/2014/main" id="{AD5176B5-9FBA-AD28-BD07-EAEC58DB7473}"/>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1</a:t>
            </a:r>
          </a:p>
        </p:txBody>
      </p:sp>
    </p:spTree>
    <p:extLst>
      <p:ext uri="{BB962C8B-B14F-4D97-AF65-F5344CB8AC3E}">
        <p14:creationId xmlns:p14="http://schemas.microsoft.com/office/powerpoint/2010/main" val="2254383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B49A56-548C-8004-E5C8-6302F6E2D03B}"/>
              </a:ext>
            </a:extLst>
          </p:cNvPr>
          <p:cNvSpPr>
            <a:spLocks noGrp="1"/>
          </p:cNvSpPr>
          <p:nvPr>
            <p:ph type="body" idx="1"/>
          </p:nvPr>
        </p:nvSpPr>
        <p:spPr/>
        <p:txBody>
          <a:bodyPr/>
          <a:lstStyle/>
          <a:p>
            <a:pPr marL="76200" indent="0">
              <a:buNone/>
            </a:pPr>
            <a:r>
              <a:rPr lang="en-AU" sz="4000" i="0" dirty="0"/>
              <a:t>Pre-Production</a:t>
            </a:r>
          </a:p>
        </p:txBody>
      </p:sp>
      <p:sp>
        <p:nvSpPr>
          <p:cNvPr id="4" name="TextBox 3">
            <a:extLst>
              <a:ext uri="{FF2B5EF4-FFF2-40B4-BE49-F238E27FC236}">
                <a16:creationId xmlns:a16="http://schemas.microsoft.com/office/drawing/2014/main" id="{E8540771-739B-546C-13A7-A99A63D88DAB}"/>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16680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Game Description</a:t>
            </a:r>
            <a:endParaRPr lang="en-US" dirty="0"/>
          </a:p>
        </p:txBody>
      </p:sp>
      <p:sp>
        <p:nvSpPr>
          <p:cNvPr id="226" name="Google Shape;226;p20"/>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400" dirty="0"/>
              <a:t>Player is a miserable office worker who has no family, one day loses everything when his office is raided by kidney stealing gremlins. He goes into the sewers to get revenge and figure out who is behind the raids. </a:t>
            </a:r>
          </a:p>
          <a:p>
            <a:pPr marL="0" lvl="0" indent="0" algn="l" rtl="0">
              <a:spcBef>
                <a:spcPts val="600"/>
              </a:spcBef>
              <a:spcAft>
                <a:spcPts val="0"/>
              </a:spcAft>
              <a:buNone/>
            </a:pPr>
            <a:r>
              <a:rPr lang="en-AU" sz="1400" dirty="0"/>
              <a:t>The main dungeon is a sprawling sewers littered with goblin-like creatures, and the boss at the end is actually his old boss. (a dude or skeleton in a tattered suit, dirty and covered in moss and fungi)</a:t>
            </a:r>
          </a:p>
          <a:p>
            <a:pPr marL="0" lvl="0" indent="0" algn="l" rtl="0">
              <a:spcBef>
                <a:spcPts val="600"/>
              </a:spcBef>
              <a:spcAft>
                <a:spcPts val="0"/>
              </a:spcAft>
              <a:buNone/>
            </a:pPr>
            <a:endParaRPr lang="en-AU" sz="1400" dirty="0"/>
          </a:p>
          <a:p>
            <a:pPr marL="0" lvl="0" indent="0" algn="l" rtl="0">
              <a:spcBef>
                <a:spcPts val="600"/>
              </a:spcBef>
              <a:spcAft>
                <a:spcPts val="0"/>
              </a:spcAft>
              <a:buNone/>
            </a:pPr>
            <a:endParaRPr lang="en-AU" sz="1400" i="1" dirty="0"/>
          </a:p>
          <a:p>
            <a:pPr marL="0" lvl="0" indent="0" algn="l" rtl="0">
              <a:spcBef>
                <a:spcPts val="600"/>
              </a:spcBef>
              <a:spcAft>
                <a:spcPts val="0"/>
              </a:spcAft>
              <a:buNone/>
            </a:pPr>
            <a:endParaRPr sz="1400" i="1" dirty="0"/>
          </a:p>
        </p:txBody>
      </p:sp>
      <p:sp>
        <p:nvSpPr>
          <p:cNvPr id="2" name="TextBox 1">
            <a:extLst>
              <a:ext uri="{FF2B5EF4-FFF2-40B4-BE49-F238E27FC236}">
                <a16:creationId xmlns:a16="http://schemas.microsoft.com/office/drawing/2014/main" id="{AFBEE520-F194-4C8E-3931-A2D9BB7646BF}"/>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7"/>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Software Used in the Project</a:t>
            </a:r>
            <a:endParaRPr dirty="0"/>
          </a:p>
        </p:txBody>
      </p:sp>
      <p:sp>
        <p:nvSpPr>
          <p:cNvPr id="269" name="Google Shape;269;p27"/>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342900" lvl="0" indent="-342900" algn="l" rtl="0">
              <a:spcBef>
                <a:spcPts val="600"/>
              </a:spcBef>
              <a:spcAft>
                <a:spcPts val="0"/>
              </a:spcAft>
              <a:buFontTx/>
              <a:buChar char="-"/>
            </a:pPr>
            <a:r>
              <a:rPr lang="en-AU" dirty="0"/>
              <a:t>Unity</a:t>
            </a:r>
          </a:p>
          <a:p>
            <a:pPr marL="342900" lvl="0" indent="-342900" algn="l" rtl="0">
              <a:spcBef>
                <a:spcPts val="600"/>
              </a:spcBef>
              <a:spcAft>
                <a:spcPts val="0"/>
              </a:spcAft>
              <a:buFontTx/>
              <a:buChar char="-"/>
            </a:pPr>
            <a:r>
              <a:rPr lang="en-AU" dirty="0"/>
              <a:t>Maya</a:t>
            </a:r>
          </a:p>
          <a:p>
            <a:pPr marL="342900" lvl="0" indent="-342900" algn="l" rtl="0">
              <a:spcBef>
                <a:spcPts val="600"/>
              </a:spcBef>
              <a:spcAft>
                <a:spcPts val="0"/>
              </a:spcAft>
              <a:buFontTx/>
              <a:buChar char="-"/>
            </a:pPr>
            <a:r>
              <a:rPr lang="en-AU" dirty="0"/>
              <a:t>Substance Painter</a:t>
            </a:r>
          </a:p>
          <a:p>
            <a:pPr marL="342900" lvl="0" indent="-342900" algn="l" rtl="0">
              <a:spcBef>
                <a:spcPts val="600"/>
              </a:spcBef>
              <a:spcAft>
                <a:spcPts val="0"/>
              </a:spcAft>
              <a:buFontTx/>
              <a:buChar char="-"/>
            </a:pPr>
            <a:endParaRPr dirty="0"/>
          </a:p>
        </p:txBody>
      </p:sp>
      <p:sp>
        <p:nvSpPr>
          <p:cNvPr id="2" name="TextBox 1">
            <a:extLst>
              <a:ext uri="{FF2B5EF4-FFF2-40B4-BE49-F238E27FC236}">
                <a16:creationId xmlns:a16="http://schemas.microsoft.com/office/drawing/2014/main" id="{8D567820-9B21-E940-5A0C-38765BCC1C31}"/>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Timeline of the project.</a:t>
            </a:r>
            <a:endParaRPr dirty="0"/>
          </a:p>
        </p:txBody>
      </p:sp>
      <p:graphicFrame>
        <p:nvGraphicFramePr>
          <p:cNvPr id="4" name="Table 3">
            <a:extLst>
              <a:ext uri="{FF2B5EF4-FFF2-40B4-BE49-F238E27FC236}">
                <a16:creationId xmlns:a16="http://schemas.microsoft.com/office/drawing/2014/main" id="{4889E2ED-87AF-E9B1-2D8E-4A4E935324C1}"/>
              </a:ext>
            </a:extLst>
          </p:cNvPr>
          <p:cNvGraphicFramePr>
            <a:graphicFrameLocks noGrp="1"/>
          </p:cNvGraphicFramePr>
          <p:nvPr>
            <p:extLst>
              <p:ext uri="{D42A27DB-BD31-4B8C-83A1-F6EECF244321}">
                <p14:modId xmlns:p14="http://schemas.microsoft.com/office/powerpoint/2010/main" val="924818621"/>
              </p:ext>
            </p:extLst>
          </p:nvPr>
        </p:nvGraphicFramePr>
        <p:xfrm>
          <a:off x="926756" y="1688756"/>
          <a:ext cx="6443855" cy="2225040"/>
        </p:xfrm>
        <a:graphic>
          <a:graphicData uri="http://schemas.openxmlformats.org/drawingml/2006/table">
            <a:tbl>
              <a:tblPr firstRow="1" bandRow="1">
                <a:tableStyleId>{5C22544A-7EE6-4342-B048-85BDC9FD1C3A}</a:tableStyleId>
              </a:tblPr>
              <a:tblGrid>
                <a:gridCol w="1724797">
                  <a:extLst>
                    <a:ext uri="{9D8B030D-6E8A-4147-A177-3AD203B41FA5}">
                      <a16:colId xmlns:a16="http://schemas.microsoft.com/office/drawing/2014/main" val="3118873659"/>
                    </a:ext>
                  </a:extLst>
                </a:gridCol>
                <a:gridCol w="4719058">
                  <a:extLst>
                    <a:ext uri="{9D8B030D-6E8A-4147-A177-3AD203B41FA5}">
                      <a16:colId xmlns:a16="http://schemas.microsoft.com/office/drawing/2014/main" val="534747194"/>
                    </a:ext>
                  </a:extLst>
                </a:gridCol>
              </a:tblGrid>
              <a:tr h="370840">
                <a:tc>
                  <a:txBody>
                    <a:bodyPr/>
                    <a:lstStyle/>
                    <a:p>
                      <a:pPr algn="ctr"/>
                      <a:r>
                        <a:rPr lang="en-US" dirty="0">
                          <a:solidFill>
                            <a:schemeClr val="bg1"/>
                          </a:solidFill>
                        </a:rPr>
                        <a:t>Milestone</a:t>
                      </a:r>
                    </a:p>
                  </a:txBody>
                  <a:tcPr/>
                </a:tc>
                <a:tc>
                  <a:txBody>
                    <a:bodyPr/>
                    <a:lstStyle/>
                    <a:p>
                      <a:r>
                        <a:rPr lang="en-US" dirty="0"/>
                        <a:t>Weeks to complete:</a:t>
                      </a:r>
                    </a:p>
                  </a:txBody>
                  <a:tcPr/>
                </a:tc>
                <a:extLst>
                  <a:ext uri="{0D108BD9-81ED-4DB2-BD59-A6C34878D82A}">
                    <a16:rowId xmlns:a16="http://schemas.microsoft.com/office/drawing/2014/main" val="456106703"/>
                  </a:ext>
                </a:extLst>
              </a:tr>
              <a:tr h="370840">
                <a:tc>
                  <a:txBody>
                    <a:bodyPr/>
                    <a:lstStyle/>
                    <a:p>
                      <a:pPr algn="ctr"/>
                      <a:r>
                        <a:rPr lang="en-US" dirty="0">
                          <a:solidFill>
                            <a:schemeClr val="bg1"/>
                          </a:solidFill>
                        </a:rPr>
                        <a:t>Pre-Production</a:t>
                      </a:r>
                    </a:p>
                  </a:txBody>
                  <a:tcPr/>
                </a:tc>
                <a:tc>
                  <a:txBody>
                    <a:bodyPr/>
                    <a:lstStyle/>
                    <a:p>
                      <a:r>
                        <a:rPr lang="en-US" dirty="0">
                          <a:solidFill>
                            <a:schemeClr val="bg1"/>
                          </a:solidFill>
                        </a:rPr>
                        <a:t>Week 12</a:t>
                      </a:r>
                    </a:p>
                  </a:txBody>
                  <a:tcPr/>
                </a:tc>
                <a:extLst>
                  <a:ext uri="{0D108BD9-81ED-4DB2-BD59-A6C34878D82A}">
                    <a16:rowId xmlns:a16="http://schemas.microsoft.com/office/drawing/2014/main" val="2691977209"/>
                  </a:ext>
                </a:extLst>
              </a:tr>
              <a:tr h="370840">
                <a:tc>
                  <a:txBody>
                    <a:bodyPr/>
                    <a:lstStyle/>
                    <a:p>
                      <a:pPr algn="ctr"/>
                      <a:r>
                        <a:rPr lang="en-US" dirty="0">
                          <a:solidFill>
                            <a:schemeClr val="bg1"/>
                          </a:solidFill>
                        </a:rPr>
                        <a:t>Alpha</a:t>
                      </a:r>
                    </a:p>
                  </a:txBody>
                  <a:tcPr/>
                </a:tc>
                <a:tc>
                  <a:txBody>
                    <a:bodyPr/>
                    <a:lstStyle/>
                    <a:p>
                      <a:r>
                        <a:rPr lang="en-US" dirty="0">
                          <a:solidFill>
                            <a:schemeClr val="bg1"/>
                          </a:solidFill>
                        </a:rPr>
                        <a:t>Week 14</a:t>
                      </a:r>
                    </a:p>
                  </a:txBody>
                  <a:tcPr/>
                </a:tc>
                <a:extLst>
                  <a:ext uri="{0D108BD9-81ED-4DB2-BD59-A6C34878D82A}">
                    <a16:rowId xmlns:a16="http://schemas.microsoft.com/office/drawing/2014/main" val="676277046"/>
                  </a:ext>
                </a:extLst>
              </a:tr>
              <a:tr h="370840">
                <a:tc>
                  <a:txBody>
                    <a:bodyPr/>
                    <a:lstStyle/>
                    <a:p>
                      <a:pPr algn="ctr"/>
                      <a:r>
                        <a:rPr lang="en-US" dirty="0">
                          <a:solidFill>
                            <a:schemeClr val="bg1"/>
                          </a:solidFill>
                        </a:rPr>
                        <a:t>Beta</a:t>
                      </a:r>
                    </a:p>
                  </a:txBody>
                  <a:tcPr/>
                </a:tc>
                <a:tc>
                  <a:txBody>
                    <a:bodyPr/>
                    <a:lstStyle/>
                    <a:p>
                      <a:r>
                        <a:rPr lang="en-US" dirty="0">
                          <a:solidFill>
                            <a:schemeClr val="bg1"/>
                          </a:solidFill>
                        </a:rPr>
                        <a:t>Week 16</a:t>
                      </a:r>
                    </a:p>
                  </a:txBody>
                  <a:tcPr/>
                </a:tc>
                <a:extLst>
                  <a:ext uri="{0D108BD9-81ED-4DB2-BD59-A6C34878D82A}">
                    <a16:rowId xmlns:a16="http://schemas.microsoft.com/office/drawing/2014/main" val="2348073865"/>
                  </a:ext>
                </a:extLst>
              </a:tr>
              <a:tr h="370840">
                <a:tc>
                  <a:txBody>
                    <a:bodyPr/>
                    <a:lstStyle/>
                    <a:p>
                      <a:pPr algn="ctr"/>
                      <a:r>
                        <a:rPr lang="en-US" dirty="0">
                          <a:solidFill>
                            <a:schemeClr val="bg1"/>
                          </a:solidFill>
                        </a:rPr>
                        <a:t>Gold</a:t>
                      </a:r>
                    </a:p>
                  </a:txBody>
                  <a:tcPr/>
                </a:tc>
                <a:tc>
                  <a:txBody>
                    <a:bodyPr/>
                    <a:lstStyle/>
                    <a:p>
                      <a:r>
                        <a:rPr lang="en-US" dirty="0">
                          <a:solidFill>
                            <a:schemeClr val="bg1"/>
                          </a:solidFill>
                        </a:rPr>
                        <a:t>Week 17</a:t>
                      </a:r>
                    </a:p>
                  </a:txBody>
                  <a:tcPr/>
                </a:tc>
                <a:extLst>
                  <a:ext uri="{0D108BD9-81ED-4DB2-BD59-A6C34878D82A}">
                    <a16:rowId xmlns:a16="http://schemas.microsoft.com/office/drawing/2014/main" val="541108897"/>
                  </a:ext>
                </a:extLst>
              </a:tr>
              <a:tr h="370840">
                <a:tc>
                  <a:txBody>
                    <a:bodyPr/>
                    <a:lstStyle/>
                    <a:p>
                      <a:pPr algn="ctr"/>
                      <a:r>
                        <a:rPr lang="en-US" dirty="0">
                          <a:solidFill>
                            <a:schemeClr val="bg1"/>
                          </a:solidFill>
                        </a:rPr>
                        <a:t>Submit</a:t>
                      </a:r>
                    </a:p>
                  </a:txBody>
                  <a:tcPr/>
                </a:tc>
                <a:tc>
                  <a:txBody>
                    <a:bodyPr/>
                    <a:lstStyle/>
                    <a:p>
                      <a:r>
                        <a:rPr lang="en-US" dirty="0">
                          <a:solidFill>
                            <a:schemeClr val="bg1"/>
                          </a:solidFill>
                        </a:rPr>
                        <a:t>Week 18</a:t>
                      </a:r>
                    </a:p>
                  </a:txBody>
                  <a:tcPr/>
                </a:tc>
                <a:extLst>
                  <a:ext uri="{0D108BD9-81ED-4DB2-BD59-A6C34878D82A}">
                    <a16:rowId xmlns:a16="http://schemas.microsoft.com/office/drawing/2014/main" val="3482957083"/>
                  </a:ext>
                </a:extLst>
              </a:tr>
            </a:tbl>
          </a:graphicData>
        </a:graphic>
      </p:graphicFrame>
      <p:sp>
        <p:nvSpPr>
          <p:cNvPr id="2" name="TextBox 1">
            <a:extLst>
              <a:ext uri="{FF2B5EF4-FFF2-40B4-BE49-F238E27FC236}">
                <a16:creationId xmlns:a16="http://schemas.microsoft.com/office/drawing/2014/main" id="{89F1A1B2-94CE-CF8E-3113-817F24358CAC}"/>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a:spLocks noGrp="1"/>
          </p:cNvSpPr>
          <p:nvPr>
            <p:ph type="ctrTitle"/>
          </p:nvPr>
        </p:nvSpPr>
        <p:spPr>
          <a:xfrm>
            <a:off x="2328150" y="1991825"/>
            <a:ext cx="4487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Environment</a:t>
            </a:r>
            <a:endParaRPr/>
          </a:p>
        </p:txBody>
      </p:sp>
      <p:sp>
        <p:nvSpPr>
          <p:cNvPr id="2" name="TextBox 1">
            <a:extLst>
              <a:ext uri="{FF2B5EF4-FFF2-40B4-BE49-F238E27FC236}">
                <a16:creationId xmlns:a16="http://schemas.microsoft.com/office/drawing/2014/main" id="{B7FBCA71-E101-535A-FC19-4003FDD5B0EF}"/>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47900" y="877418"/>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Art Style References &amp; Notes</a:t>
            </a:r>
            <a:endParaRPr dirty="0"/>
          </a:p>
        </p:txBody>
      </p:sp>
      <p:sp>
        <p:nvSpPr>
          <p:cNvPr id="233" name="Google Shape;233;p21"/>
          <p:cNvSpPr txBox="1">
            <a:spLocks noGrp="1"/>
          </p:cNvSpPr>
          <p:nvPr>
            <p:ph type="body" idx="1"/>
          </p:nvPr>
        </p:nvSpPr>
        <p:spPr>
          <a:xfrm>
            <a:off x="415997" y="1506924"/>
            <a:ext cx="4969867"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dirty="0"/>
              <a:t>The artstyle for the dungeon crawler is gloomy, rundown with radioactive waste flowing through the tunnels/corridors. Map is mainly composed of long, narrow tunnels with small rooms connected. </a:t>
            </a:r>
          </a:p>
          <a:p>
            <a:pPr marL="0" lvl="0" indent="0" algn="l" rtl="0">
              <a:spcBef>
                <a:spcPts val="600"/>
              </a:spcBef>
              <a:spcAft>
                <a:spcPts val="0"/>
              </a:spcAft>
              <a:buNone/>
            </a:pPr>
            <a:endParaRPr sz="1400" i="1" dirty="0"/>
          </a:p>
        </p:txBody>
      </p:sp>
      <p:sp>
        <p:nvSpPr>
          <p:cNvPr id="2" name="TextBox 1">
            <a:extLst>
              <a:ext uri="{FF2B5EF4-FFF2-40B4-BE49-F238E27FC236}">
                <a16:creationId xmlns:a16="http://schemas.microsoft.com/office/drawing/2014/main" id="{00E3ED77-F585-876B-891E-A180D2D6BCE1}"/>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pic>
        <p:nvPicPr>
          <p:cNvPr id="1026" name="Picture 2" descr="Royal Waterways">
            <a:extLst>
              <a:ext uri="{FF2B5EF4-FFF2-40B4-BE49-F238E27FC236}">
                <a16:creationId xmlns:a16="http://schemas.microsoft.com/office/drawing/2014/main" id="{5B2A8A96-1C60-C351-F383-B84AD7E33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49" y="2842825"/>
            <a:ext cx="3150795" cy="177473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Blast Pit - Valve Developer Community">
            <a:extLst>
              <a:ext uri="{FF2B5EF4-FFF2-40B4-BE49-F238E27FC236}">
                <a16:creationId xmlns:a16="http://schemas.microsoft.com/office/drawing/2014/main" id="{6B08FF38-2EA2-1149-6CCD-D8B3EC087D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9771" y="825054"/>
            <a:ext cx="2994664" cy="1683657"/>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Stardew Valley: How to Unlock the Sewers - ScalaCube">
            <a:extLst>
              <a:ext uri="{FF2B5EF4-FFF2-40B4-BE49-F238E27FC236}">
                <a16:creationId xmlns:a16="http://schemas.microsoft.com/office/drawing/2014/main" id="{FCE80D47-1D56-AA12-2AAE-05A6111FAFC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30" name="Picture 6" descr="Stardew Valley: How to Unlock the Sewers - ScalaCube">
            <a:extLst>
              <a:ext uri="{FF2B5EF4-FFF2-40B4-BE49-F238E27FC236}">
                <a16:creationId xmlns:a16="http://schemas.microsoft.com/office/drawing/2014/main" id="{03EC0FAB-E9C1-5626-15F6-DC72671CC8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9762" y="2697417"/>
            <a:ext cx="3796589" cy="21355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Asset List - Models</a:t>
            </a:r>
            <a:endParaRPr lang="en-US" dirty="0"/>
          </a:p>
        </p:txBody>
      </p:sp>
      <p:graphicFrame>
        <p:nvGraphicFramePr>
          <p:cNvPr id="5" name="Table 4">
            <a:extLst>
              <a:ext uri="{FF2B5EF4-FFF2-40B4-BE49-F238E27FC236}">
                <a16:creationId xmlns:a16="http://schemas.microsoft.com/office/drawing/2014/main" id="{4B26F98A-938C-879C-DA51-AEA9FD96E500}"/>
              </a:ext>
            </a:extLst>
          </p:cNvPr>
          <p:cNvGraphicFramePr>
            <a:graphicFrameLocks noGrp="1"/>
          </p:cNvGraphicFramePr>
          <p:nvPr>
            <p:extLst>
              <p:ext uri="{D42A27DB-BD31-4B8C-83A1-F6EECF244321}">
                <p14:modId xmlns:p14="http://schemas.microsoft.com/office/powerpoint/2010/main" val="633844682"/>
              </p:ext>
            </p:extLst>
          </p:nvPr>
        </p:nvGraphicFramePr>
        <p:xfrm>
          <a:off x="926756" y="1688756"/>
          <a:ext cx="6443854" cy="2225040"/>
        </p:xfrm>
        <a:graphic>
          <a:graphicData uri="http://schemas.openxmlformats.org/drawingml/2006/table">
            <a:tbl>
              <a:tblPr firstRow="1" bandRow="1">
                <a:tableStyleId>{5C22544A-7EE6-4342-B048-85BDC9FD1C3A}</a:tableStyleId>
              </a:tblPr>
              <a:tblGrid>
                <a:gridCol w="1904999">
                  <a:extLst>
                    <a:ext uri="{9D8B030D-6E8A-4147-A177-3AD203B41FA5}">
                      <a16:colId xmlns:a16="http://schemas.microsoft.com/office/drawing/2014/main" val="3118873659"/>
                    </a:ext>
                  </a:extLst>
                </a:gridCol>
                <a:gridCol w="4538855">
                  <a:extLst>
                    <a:ext uri="{9D8B030D-6E8A-4147-A177-3AD203B41FA5}">
                      <a16:colId xmlns:a16="http://schemas.microsoft.com/office/drawing/2014/main" val="534747194"/>
                    </a:ext>
                  </a:extLst>
                </a:gridCol>
              </a:tblGrid>
              <a:tr h="370840">
                <a:tc>
                  <a:txBody>
                    <a:bodyPr/>
                    <a:lstStyle/>
                    <a:p>
                      <a:pPr lvl="0" algn="ctr">
                        <a:buNone/>
                      </a:pPr>
                      <a:r>
                        <a:rPr lang="en-US" dirty="0">
                          <a:solidFill>
                            <a:schemeClr val="bg1"/>
                          </a:solidFill>
                        </a:rPr>
                        <a:t>Asset Name</a:t>
                      </a:r>
                    </a:p>
                  </a:txBody>
                  <a:tcPr/>
                </a:tc>
                <a:tc>
                  <a:txBody>
                    <a:bodyPr/>
                    <a:lstStyle/>
                    <a:p>
                      <a:pPr lvl="0">
                        <a:buNone/>
                      </a:pPr>
                      <a:r>
                        <a:rPr lang="en-US" dirty="0"/>
                        <a:t>Hours to complete:</a:t>
                      </a:r>
                    </a:p>
                  </a:txBody>
                  <a:tcPr/>
                </a:tc>
                <a:extLst>
                  <a:ext uri="{0D108BD9-81ED-4DB2-BD59-A6C34878D82A}">
                    <a16:rowId xmlns:a16="http://schemas.microsoft.com/office/drawing/2014/main" val="456106703"/>
                  </a:ext>
                </a:extLst>
              </a:tr>
              <a:tr h="370840">
                <a:tc>
                  <a:txBody>
                    <a:bodyPr/>
                    <a:lstStyle/>
                    <a:p>
                      <a:pPr algn="ctr"/>
                      <a:r>
                        <a:rPr lang="en-US" dirty="0">
                          <a:solidFill>
                            <a:schemeClr val="bg1"/>
                          </a:solidFill>
                        </a:rPr>
                        <a:t>Sewer Pipe</a:t>
                      </a:r>
                    </a:p>
                  </a:txBody>
                  <a:tcPr/>
                </a:tc>
                <a:tc>
                  <a:txBody>
                    <a:bodyPr/>
                    <a:lstStyle/>
                    <a:p>
                      <a:endParaRPr lang="en-US"/>
                    </a:p>
                  </a:txBody>
                  <a:tcPr/>
                </a:tc>
                <a:extLst>
                  <a:ext uri="{0D108BD9-81ED-4DB2-BD59-A6C34878D82A}">
                    <a16:rowId xmlns:a16="http://schemas.microsoft.com/office/drawing/2014/main" val="2691977209"/>
                  </a:ext>
                </a:extLst>
              </a:tr>
              <a:tr h="370840">
                <a:tc>
                  <a:txBody>
                    <a:bodyPr/>
                    <a:lstStyle/>
                    <a:p>
                      <a:pPr algn="ctr"/>
                      <a:r>
                        <a:rPr lang="en-US" dirty="0">
                          <a:solidFill>
                            <a:schemeClr val="bg1"/>
                          </a:solidFill>
                        </a:rPr>
                        <a:t>Valve (for keys)</a:t>
                      </a:r>
                    </a:p>
                  </a:txBody>
                  <a:tcPr/>
                </a:tc>
                <a:tc>
                  <a:txBody>
                    <a:bodyPr/>
                    <a:lstStyle/>
                    <a:p>
                      <a:endParaRPr lang="en-US"/>
                    </a:p>
                  </a:txBody>
                  <a:tcPr/>
                </a:tc>
                <a:extLst>
                  <a:ext uri="{0D108BD9-81ED-4DB2-BD59-A6C34878D82A}">
                    <a16:rowId xmlns:a16="http://schemas.microsoft.com/office/drawing/2014/main" val="676277046"/>
                  </a:ext>
                </a:extLst>
              </a:tr>
              <a:tr h="370840">
                <a:tc>
                  <a:txBody>
                    <a:bodyPr/>
                    <a:lstStyle/>
                    <a:p>
                      <a:pPr algn="ctr"/>
                      <a:r>
                        <a:rPr lang="en-US" dirty="0">
                          <a:solidFill>
                            <a:schemeClr val="bg1"/>
                          </a:solidFill>
                        </a:rPr>
                        <a:t>Rusty Coin</a:t>
                      </a:r>
                    </a:p>
                  </a:txBody>
                  <a:tcPr/>
                </a:tc>
                <a:tc>
                  <a:txBody>
                    <a:bodyPr/>
                    <a:lstStyle/>
                    <a:p>
                      <a:endParaRPr lang="en-US"/>
                    </a:p>
                  </a:txBody>
                  <a:tcPr/>
                </a:tc>
                <a:extLst>
                  <a:ext uri="{0D108BD9-81ED-4DB2-BD59-A6C34878D82A}">
                    <a16:rowId xmlns:a16="http://schemas.microsoft.com/office/drawing/2014/main" val="2348073865"/>
                  </a:ext>
                </a:extLst>
              </a:tr>
              <a:tr h="370840">
                <a:tc>
                  <a:txBody>
                    <a:bodyPr/>
                    <a:lstStyle/>
                    <a:p>
                      <a:pPr algn="ctr"/>
                      <a:r>
                        <a:rPr lang="en-US" dirty="0">
                          <a:solidFill>
                            <a:schemeClr val="bg1"/>
                          </a:solidFill>
                        </a:rPr>
                        <a:t>Sewer gremlin (evil)</a:t>
                      </a:r>
                    </a:p>
                  </a:txBody>
                  <a:tcPr/>
                </a:tc>
                <a:tc>
                  <a:txBody>
                    <a:bodyPr/>
                    <a:lstStyle/>
                    <a:p>
                      <a:endParaRPr lang="en-US"/>
                    </a:p>
                  </a:txBody>
                  <a:tcPr/>
                </a:tc>
                <a:extLst>
                  <a:ext uri="{0D108BD9-81ED-4DB2-BD59-A6C34878D82A}">
                    <a16:rowId xmlns:a16="http://schemas.microsoft.com/office/drawing/2014/main" val="541108897"/>
                  </a:ext>
                </a:extLst>
              </a:tr>
              <a:tr h="370840">
                <a:tc>
                  <a:txBody>
                    <a:bodyPr/>
                    <a:lstStyle/>
                    <a:p>
                      <a:pPr algn="ctr"/>
                      <a:endParaRPr lang="en-US" dirty="0">
                        <a:solidFill>
                          <a:schemeClr val="bg1"/>
                        </a:solidFill>
                      </a:endParaRPr>
                    </a:p>
                  </a:txBody>
                  <a:tcPr/>
                </a:tc>
                <a:tc>
                  <a:txBody>
                    <a:bodyPr/>
                    <a:lstStyle/>
                    <a:p>
                      <a:endParaRPr lang="en-US" dirty="0"/>
                    </a:p>
                  </a:txBody>
                  <a:tcPr/>
                </a:tc>
                <a:extLst>
                  <a:ext uri="{0D108BD9-81ED-4DB2-BD59-A6C34878D82A}">
                    <a16:rowId xmlns:a16="http://schemas.microsoft.com/office/drawing/2014/main" val="3482957083"/>
                  </a:ext>
                </a:extLst>
              </a:tr>
            </a:tbl>
          </a:graphicData>
        </a:graphic>
      </p:graphicFrame>
      <p:sp>
        <p:nvSpPr>
          <p:cNvPr id="2" name="TextBox 1">
            <a:extLst>
              <a:ext uri="{FF2B5EF4-FFF2-40B4-BE49-F238E27FC236}">
                <a16:creationId xmlns:a16="http://schemas.microsoft.com/office/drawing/2014/main" id="{58880383-F614-F706-4099-C070D9A871AD}"/>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302309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Asset List - Effects</a:t>
            </a:r>
            <a:endParaRPr lang="en-US" dirty="0"/>
          </a:p>
        </p:txBody>
      </p:sp>
      <p:graphicFrame>
        <p:nvGraphicFramePr>
          <p:cNvPr id="5" name="Table 4">
            <a:extLst>
              <a:ext uri="{FF2B5EF4-FFF2-40B4-BE49-F238E27FC236}">
                <a16:creationId xmlns:a16="http://schemas.microsoft.com/office/drawing/2014/main" id="{4B26F98A-938C-879C-DA51-AEA9FD96E500}"/>
              </a:ext>
            </a:extLst>
          </p:cNvPr>
          <p:cNvGraphicFramePr>
            <a:graphicFrameLocks noGrp="1"/>
          </p:cNvGraphicFramePr>
          <p:nvPr>
            <p:extLst>
              <p:ext uri="{D42A27DB-BD31-4B8C-83A1-F6EECF244321}">
                <p14:modId xmlns:p14="http://schemas.microsoft.com/office/powerpoint/2010/main" val="2410928871"/>
              </p:ext>
            </p:extLst>
          </p:nvPr>
        </p:nvGraphicFramePr>
        <p:xfrm>
          <a:off x="926756" y="1688756"/>
          <a:ext cx="6443854" cy="2225040"/>
        </p:xfrm>
        <a:graphic>
          <a:graphicData uri="http://schemas.openxmlformats.org/drawingml/2006/table">
            <a:tbl>
              <a:tblPr firstRow="1" bandRow="1">
                <a:tableStyleId>{5C22544A-7EE6-4342-B048-85BDC9FD1C3A}</a:tableStyleId>
              </a:tblPr>
              <a:tblGrid>
                <a:gridCol w="1904999">
                  <a:extLst>
                    <a:ext uri="{9D8B030D-6E8A-4147-A177-3AD203B41FA5}">
                      <a16:colId xmlns:a16="http://schemas.microsoft.com/office/drawing/2014/main" val="3118873659"/>
                    </a:ext>
                  </a:extLst>
                </a:gridCol>
                <a:gridCol w="4538855">
                  <a:extLst>
                    <a:ext uri="{9D8B030D-6E8A-4147-A177-3AD203B41FA5}">
                      <a16:colId xmlns:a16="http://schemas.microsoft.com/office/drawing/2014/main" val="534747194"/>
                    </a:ext>
                  </a:extLst>
                </a:gridCol>
              </a:tblGrid>
              <a:tr h="370840">
                <a:tc>
                  <a:txBody>
                    <a:bodyPr/>
                    <a:lstStyle/>
                    <a:p>
                      <a:pPr lvl="0" algn="ctr">
                        <a:buNone/>
                      </a:pPr>
                      <a:r>
                        <a:rPr lang="en-US" dirty="0">
                          <a:solidFill>
                            <a:schemeClr val="bg1"/>
                          </a:solidFill>
                        </a:rPr>
                        <a:t>Asset Name</a:t>
                      </a:r>
                    </a:p>
                  </a:txBody>
                  <a:tcPr/>
                </a:tc>
                <a:tc>
                  <a:txBody>
                    <a:bodyPr/>
                    <a:lstStyle/>
                    <a:p>
                      <a:pPr lvl="0" algn="l">
                        <a:lnSpc>
                          <a:spcPct val="100000"/>
                        </a:lnSpc>
                        <a:spcBef>
                          <a:spcPts val="0"/>
                        </a:spcBef>
                        <a:spcAft>
                          <a:spcPts val="0"/>
                        </a:spcAft>
                        <a:buNone/>
                      </a:pPr>
                      <a:r>
                        <a:rPr lang="en-US" sz="1400" b="1" i="0" u="none" strike="noStrike" noProof="0" dirty="0">
                          <a:solidFill>
                            <a:srgbClr val="041F30"/>
                          </a:solidFill>
                          <a:latin typeface="Arial"/>
                        </a:rPr>
                        <a:t>Hours to complete:</a:t>
                      </a:r>
                    </a:p>
                  </a:txBody>
                  <a:tcPr/>
                </a:tc>
                <a:extLst>
                  <a:ext uri="{0D108BD9-81ED-4DB2-BD59-A6C34878D82A}">
                    <a16:rowId xmlns:a16="http://schemas.microsoft.com/office/drawing/2014/main" val="456106703"/>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2691977209"/>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676277046"/>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2348073865"/>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541108897"/>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3482957083"/>
                  </a:ext>
                </a:extLst>
              </a:tr>
            </a:tbl>
          </a:graphicData>
        </a:graphic>
      </p:graphicFrame>
      <p:sp>
        <p:nvSpPr>
          <p:cNvPr id="2" name="TextBox 1">
            <a:extLst>
              <a:ext uri="{FF2B5EF4-FFF2-40B4-BE49-F238E27FC236}">
                <a16:creationId xmlns:a16="http://schemas.microsoft.com/office/drawing/2014/main" id="{0667DF60-A95D-B32F-7A7A-D3BB17B9E7EE}"/>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2800774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File Formats</a:t>
            </a:r>
            <a:endParaRPr lang="en-US" dirty="0"/>
          </a:p>
        </p:txBody>
      </p:sp>
      <p:graphicFrame>
        <p:nvGraphicFramePr>
          <p:cNvPr id="5" name="Table 4">
            <a:extLst>
              <a:ext uri="{FF2B5EF4-FFF2-40B4-BE49-F238E27FC236}">
                <a16:creationId xmlns:a16="http://schemas.microsoft.com/office/drawing/2014/main" id="{4B26F98A-938C-879C-DA51-AEA9FD96E500}"/>
              </a:ext>
            </a:extLst>
          </p:cNvPr>
          <p:cNvGraphicFramePr>
            <a:graphicFrameLocks noGrp="1"/>
          </p:cNvGraphicFramePr>
          <p:nvPr>
            <p:extLst>
              <p:ext uri="{D42A27DB-BD31-4B8C-83A1-F6EECF244321}">
                <p14:modId xmlns:p14="http://schemas.microsoft.com/office/powerpoint/2010/main" val="4069635238"/>
              </p:ext>
            </p:extLst>
          </p:nvPr>
        </p:nvGraphicFramePr>
        <p:xfrm>
          <a:off x="926756" y="1688756"/>
          <a:ext cx="6443854" cy="2225040"/>
        </p:xfrm>
        <a:graphic>
          <a:graphicData uri="http://schemas.openxmlformats.org/drawingml/2006/table">
            <a:tbl>
              <a:tblPr firstRow="1" bandRow="1">
                <a:tableStyleId>{5C22544A-7EE6-4342-B048-85BDC9FD1C3A}</a:tableStyleId>
              </a:tblPr>
              <a:tblGrid>
                <a:gridCol w="1904999">
                  <a:extLst>
                    <a:ext uri="{9D8B030D-6E8A-4147-A177-3AD203B41FA5}">
                      <a16:colId xmlns:a16="http://schemas.microsoft.com/office/drawing/2014/main" val="3118873659"/>
                    </a:ext>
                  </a:extLst>
                </a:gridCol>
                <a:gridCol w="4538855">
                  <a:extLst>
                    <a:ext uri="{9D8B030D-6E8A-4147-A177-3AD203B41FA5}">
                      <a16:colId xmlns:a16="http://schemas.microsoft.com/office/drawing/2014/main" val="534747194"/>
                    </a:ext>
                  </a:extLst>
                </a:gridCol>
              </a:tblGrid>
              <a:tr h="370840">
                <a:tc>
                  <a:txBody>
                    <a:bodyPr/>
                    <a:lstStyle/>
                    <a:p>
                      <a:pPr lvl="0" algn="ctr">
                        <a:buNone/>
                      </a:pPr>
                      <a:r>
                        <a:rPr lang="en-US" dirty="0">
                          <a:solidFill>
                            <a:schemeClr val="bg1"/>
                          </a:solidFill>
                        </a:rPr>
                        <a:t>Asset Type</a:t>
                      </a:r>
                      <a:endParaRPr lang="en-US" dirty="0"/>
                    </a:p>
                  </a:txBody>
                  <a:tcPr/>
                </a:tc>
                <a:tc>
                  <a:txBody>
                    <a:bodyPr/>
                    <a:lstStyle/>
                    <a:p>
                      <a:pPr lvl="0">
                        <a:buNone/>
                      </a:pPr>
                      <a:r>
                        <a:rPr lang="en-US" dirty="0"/>
                        <a:t>File Format</a:t>
                      </a:r>
                    </a:p>
                  </a:txBody>
                  <a:tcPr/>
                </a:tc>
                <a:extLst>
                  <a:ext uri="{0D108BD9-81ED-4DB2-BD59-A6C34878D82A}">
                    <a16:rowId xmlns:a16="http://schemas.microsoft.com/office/drawing/2014/main" val="456106703"/>
                  </a:ext>
                </a:extLst>
              </a:tr>
              <a:tr h="370840">
                <a:tc>
                  <a:txBody>
                    <a:bodyPr/>
                    <a:lstStyle/>
                    <a:p>
                      <a:pPr algn="ctr"/>
                      <a:r>
                        <a:rPr lang="en-US" i="1" dirty="0">
                          <a:solidFill>
                            <a:schemeClr val="bg1"/>
                          </a:solidFill>
                        </a:rPr>
                        <a:t>(</a:t>
                      </a:r>
                      <a:r>
                        <a:rPr lang="en-US" i="1" dirty="0" err="1">
                          <a:solidFill>
                            <a:schemeClr val="bg1"/>
                          </a:solidFill>
                        </a:rPr>
                        <a:t>eg</a:t>
                      </a:r>
                      <a:r>
                        <a:rPr lang="en-US" i="1" dirty="0">
                          <a:solidFill>
                            <a:schemeClr val="bg1"/>
                          </a:solidFill>
                        </a:rPr>
                        <a:t>: Models)</a:t>
                      </a:r>
                    </a:p>
                  </a:txBody>
                  <a:tcPr/>
                </a:tc>
                <a:tc>
                  <a:txBody>
                    <a:bodyPr/>
                    <a:lstStyle/>
                    <a:p>
                      <a:endParaRPr lang="en-US"/>
                    </a:p>
                  </a:txBody>
                  <a:tcPr/>
                </a:tc>
                <a:extLst>
                  <a:ext uri="{0D108BD9-81ED-4DB2-BD59-A6C34878D82A}">
                    <a16:rowId xmlns:a16="http://schemas.microsoft.com/office/drawing/2014/main" val="2691977209"/>
                  </a:ext>
                </a:extLst>
              </a:tr>
              <a:tr h="370840">
                <a:tc>
                  <a:txBody>
                    <a:bodyPr/>
                    <a:lstStyle/>
                    <a:p>
                      <a:pPr algn="ctr"/>
                      <a:r>
                        <a:rPr lang="en-US" i="1" dirty="0">
                          <a:solidFill>
                            <a:schemeClr val="bg1"/>
                          </a:solidFill>
                        </a:rPr>
                        <a:t>(</a:t>
                      </a:r>
                      <a:r>
                        <a:rPr lang="en-US" i="1" dirty="0" err="1">
                          <a:solidFill>
                            <a:schemeClr val="bg1"/>
                          </a:solidFill>
                        </a:rPr>
                        <a:t>eg</a:t>
                      </a:r>
                      <a:r>
                        <a:rPr lang="en-US" i="1" dirty="0">
                          <a:solidFill>
                            <a:schemeClr val="bg1"/>
                          </a:solidFill>
                        </a:rPr>
                        <a:t>: Textures)</a:t>
                      </a:r>
                    </a:p>
                  </a:txBody>
                  <a:tcPr/>
                </a:tc>
                <a:tc>
                  <a:txBody>
                    <a:bodyPr/>
                    <a:lstStyle/>
                    <a:p>
                      <a:endParaRPr lang="en-US"/>
                    </a:p>
                  </a:txBody>
                  <a:tcPr/>
                </a:tc>
                <a:extLst>
                  <a:ext uri="{0D108BD9-81ED-4DB2-BD59-A6C34878D82A}">
                    <a16:rowId xmlns:a16="http://schemas.microsoft.com/office/drawing/2014/main" val="676277046"/>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2348073865"/>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541108897"/>
                  </a:ext>
                </a:extLst>
              </a:tr>
              <a:tr h="370840">
                <a:tc>
                  <a:txBody>
                    <a:bodyPr/>
                    <a:lstStyle/>
                    <a:p>
                      <a:pPr algn="ctr"/>
                      <a:endParaRPr lang="en-US" dirty="0">
                        <a:solidFill>
                          <a:schemeClr val="bg1"/>
                        </a:solidFill>
                      </a:endParaRPr>
                    </a:p>
                  </a:txBody>
                  <a:tcPr/>
                </a:tc>
                <a:tc>
                  <a:txBody>
                    <a:bodyPr/>
                    <a:lstStyle/>
                    <a:p>
                      <a:endParaRPr lang="en-US" dirty="0"/>
                    </a:p>
                  </a:txBody>
                  <a:tcPr/>
                </a:tc>
                <a:extLst>
                  <a:ext uri="{0D108BD9-81ED-4DB2-BD59-A6C34878D82A}">
                    <a16:rowId xmlns:a16="http://schemas.microsoft.com/office/drawing/2014/main" val="3482957083"/>
                  </a:ext>
                </a:extLst>
              </a:tr>
            </a:tbl>
          </a:graphicData>
        </a:graphic>
      </p:graphicFrame>
      <p:sp>
        <p:nvSpPr>
          <p:cNvPr id="2" name="TextBox 1">
            <a:extLst>
              <a:ext uri="{FF2B5EF4-FFF2-40B4-BE49-F238E27FC236}">
                <a16:creationId xmlns:a16="http://schemas.microsoft.com/office/drawing/2014/main" id="{71CA8E06-F3FD-AC61-330A-EED68078B1B3}"/>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276347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Naming Conventions</a:t>
            </a:r>
            <a:endParaRPr lang="en-US" dirty="0"/>
          </a:p>
        </p:txBody>
      </p:sp>
      <p:graphicFrame>
        <p:nvGraphicFramePr>
          <p:cNvPr id="5" name="Table 4">
            <a:extLst>
              <a:ext uri="{FF2B5EF4-FFF2-40B4-BE49-F238E27FC236}">
                <a16:creationId xmlns:a16="http://schemas.microsoft.com/office/drawing/2014/main" id="{4B26F98A-938C-879C-DA51-AEA9FD96E500}"/>
              </a:ext>
            </a:extLst>
          </p:cNvPr>
          <p:cNvGraphicFramePr>
            <a:graphicFrameLocks noGrp="1"/>
          </p:cNvGraphicFramePr>
          <p:nvPr>
            <p:extLst>
              <p:ext uri="{D42A27DB-BD31-4B8C-83A1-F6EECF244321}">
                <p14:modId xmlns:p14="http://schemas.microsoft.com/office/powerpoint/2010/main" val="31010156"/>
              </p:ext>
            </p:extLst>
          </p:nvPr>
        </p:nvGraphicFramePr>
        <p:xfrm>
          <a:off x="926756" y="1688756"/>
          <a:ext cx="6443854" cy="2225040"/>
        </p:xfrm>
        <a:graphic>
          <a:graphicData uri="http://schemas.openxmlformats.org/drawingml/2006/table">
            <a:tbl>
              <a:tblPr firstRow="1" bandRow="1">
                <a:tableStyleId>{5C22544A-7EE6-4342-B048-85BDC9FD1C3A}</a:tableStyleId>
              </a:tblPr>
              <a:tblGrid>
                <a:gridCol w="1904999">
                  <a:extLst>
                    <a:ext uri="{9D8B030D-6E8A-4147-A177-3AD203B41FA5}">
                      <a16:colId xmlns:a16="http://schemas.microsoft.com/office/drawing/2014/main" val="3118873659"/>
                    </a:ext>
                  </a:extLst>
                </a:gridCol>
                <a:gridCol w="4538855">
                  <a:extLst>
                    <a:ext uri="{9D8B030D-6E8A-4147-A177-3AD203B41FA5}">
                      <a16:colId xmlns:a16="http://schemas.microsoft.com/office/drawing/2014/main" val="534747194"/>
                    </a:ext>
                  </a:extLst>
                </a:gridCol>
              </a:tblGrid>
              <a:tr h="370840">
                <a:tc>
                  <a:txBody>
                    <a:bodyPr/>
                    <a:lstStyle/>
                    <a:p>
                      <a:pPr lvl="0" algn="ctr">
                        <a:buNone/>
                      </a:pPr>
                      <a:r>
                        <a:rPr lang="en-US" dirty="0">
                          <a:solidFill>
                            <a:schemeClr val="bg1"/>
                          </a:solidFill>
                        </a:rPr>
                        <a:t>Asset Type</a:t>
                      </a:r>
                      <a:endParaRPr lang="en-US" dirty="0"/>
                    </a:p>
                  </a:txBody>
                  <a:tcPr/>
                </a:tc>
                <a:tc>
                  <a:txBody>
                    <a:bodyPr/>
                    <a:lstStyle/>
                    <a:p>
                      <a:pPr lvl="0">
                        <a:buNone/>
                      </a:pPr>
                      <a:r>
                        <a:rPr lang="en-US" dirty="0"/>
                        <a:t>Naming Convention</a:t>
                      </a:r>
                    </a:p>
                  </a:txBody>
                  <a:tcPr/>
                </a:tc>
                <a:extLst>
                  <a:ext uri="{0D108BD9-81ED-4DB2-BD59-A6C34878D82A}">
                    <a16:rowId xmlns:a16="http://schemas.microsoft.com/office/drawing/2014/main" val="456106703"/>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2691977209"/>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676277046"/>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2348073865"/>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541108897"/>
                  </a:ext>
                </a:extLst>
              </a:tr>
              <a:tr h="370840">
                <a:tc>
                  <a:txBody>
                    <a:bodyPr/>
                    <a:lstStyle/>
                    <a:p>
                      <a:pPr algn="ctr"/>
                      <a:endParaRPr lang="en-US" dirty="0">
                        <a:solidFill>
                          <a:schemeClr val="bg1"/>
                        </a:solidFill>
                      </a:endParaRPr>
                    </a:p>
                  </a:txBody>
                  <a:tcPr/>
                </a:tc>
                <a:tc>
                  <a:txBody>
                    <a:bodyPr/>
                    <a:lstStyle/>
                    <a:p>
                      <a:endParaRPr lang="en-US"/>
                    </a:p>
                  </a:txBody>
                  <a:tcPr/>
                </a:tc>
                <a:extLst>
                  <a:ext uri="{0D108BD9-81ED-4DB2-BD59-A6C34878D82A}">
                    <a16:rowId xmlns:a16="http://schemas.microsoft.com/office/drawing/2014/main" val="3482957083"/>
                  </a:ext>
                </a:extLst>
              </a:tr>
            </a:tbl>
          </a:graphicData>
        </a:graphic>
      </p:graphicFrame>
      <p:sp>
        <p:nvSpPr>
          <p:cNvPr id="2" name="TextBox 1">
            <a:extLst>
              <a:ext uri="{FF2B5EF4-FFF2-40B4-BE49-F238E27FC236}">
                <a16:creationId xmlns:a16="http://schemas.microsoft.com/office/drawing/2014/main" id="{5F34608E-4EB8-2A06-5B4C-5140A091A2E5}"/>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2119969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6"/>
          <p:cNvSpPr txBox="1">
            <a:spLocks noGrp="1"/>
          </p:cNvSpPr>
          <p:nvPr>
            <p:ph type="title"/>
          </p:nvPr>
        </p:nvSpPr>
        <p:spPr>
          <a:xfrm>
            <a:off x="1067087" y="912850"/>
            <a:ext cx="6681745"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Top down sketches of the dungeon map</a:t>
            </a:r>
            <a:endParaRPr sz="2400" dirty="0"/>
          </a:p>
        </p:txBody>
      </p:sp>
      <p:sp>
        <p:nvSpPr>
          <p:cNvPr id="2" name="TextBox 1">
            <a:extLst>
              <a:ext uri="{FF2B5EF4-FFF2-40B4-BE49-F238E27FC236}">
                <a16:creationId xmlns:a16="http://schemas.microsoft.com/office/drawing/2014/main" id="{42DEEF94-0DD7-5434-764F-06ADC5C5D6AF}"/>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2"/>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Color Pallet</a:t>
            </a:r>
            <a:endParaRPr dirty="0"/>
          </a:p>
        </p:txBody>
      </p:sp>
      <p:sp>
        <p:nvSpPr>
          <p:cNvPr id="241" name="Google Shape;241;p22"/>
          <p:cNvSpPr txBox="1"/>
          <p:nvPr/>
        </p:nvSpPr>
        <p:spPr>
          <a:xfrm>
            <a:off x="1148350" y="1650175"/>
            <a:ext cx="6132600" cy="300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latin typeface="Hind"/>
                <a:ea typeface="Hind"/>
                <a:cs typeface="Hind"/>
                <a:sym typeface="Hind"/>
              </a:rPr>
              <a:t>Describe the color pallet you will be using for your models.</a:t>
            </a:r>
            <a:endParaRPr i="1">
              <a:solidFill>
                <a:schemeClr val="dk1"/>
              </a:solidFill>
              <a:latin typeface="Hind"/>
              <a:ea typeface="Hind"/>
              <a:cs typeface="Hind"/>
              <a:sym typeface="Hind"/>
            </a:endParaRPr>
          </a:p>
          <a:p>
            <a:pPr marL="0" lvl="0" indent="0" algn="l" rtl="0">
              <a:spcBef>
                <a:spcPts val="0"/>
              </a:spcBef>
              <a:spcAft>
                <a:spcPts val="0"/>
              </a:spcAft>
              <a:buNone/>
            </a:pPr>
            <a:endParaRPr i="1">
              <a:solidFill>
                <a:schemeClr val="dk1"/>
              </a:solidFill>
              <a:latin typeface="Hind"/>
              <a:ea typeface="Hind"/>
              <a:cs typeface="Hind"/>
              <a:sym typeface="Hind"/>
            </a:endParaRPr>
          </a:p>
          <a:p>
            <a:pPr marL="0" lvl="0" indent="0" algn="l" rtl="0">
              <a:spcBef>
                <a:spcPts val="0"/>
              </a:spcBef>
              <a:spcAft>
                <a:spcPts val="0"/>
              </a:spcAft>
              <a:buNone/>
            </a:pPr>
            <a:r>
              <a:rPr lang="en" i="1">
                <a:solidFill>
                  <a:schemeClr val="dk1"/>
                </a:solidFill>
                <a:latin typeface="Hind"/>
                <a:ea typeface="Hind"/>
                <a:cs typeface="Hind"/>
                <a:sym typeface="Hind"/>
              </a:rPr>
              <a:t>Put images of colors here or use coolors.co for inspo.</a:t>
            </a:r>
            <a:endParaRPr i="1">
              <a:solidFill>
                <a:schemeClr val="dk1"/>
              </a:solidFill>
              <a:latin typeface="Hind"/>
              <a:ea typeface="Hind"/>
              <a:cs typeface="Hind"/>
              <a:sym typeface="Hind"/>
            </a:endParaRPr>
          </a:p>
        </p:txBody>
      </p:sp>
      <p:sp>
        <p:nvSpPr>
          <p:cNvPr id="2" name="TextBox 1">
            <a:extLst>
              <a:ext uri="{FF2B5EF4-FFF2-40B4-BE49-F238E27FC236}">
                <a16:creationId xmlns:a16="http://schemas.microsoft.com/office/drawing/2014/main" id="{FB94CFD6-BFE5-D2E0-A868-D3C6B3DD9293}"/>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2"/>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r>
              <a:rPr lang="en" dirty="0"/>
              <a:t>Concept Art</a:t>
            </a:r>
            <a:endParaRPr lang="en-US" dirty="0"/>
          </a:p>
        </p:txBody>
      </p:sp>
      <p:sp>
        <p:nvSpPr>
          <p:cNvPr id="241" name="Google Shape;241;p22"/>
          <p:cNvSpPr txBox="1"/>
          <p:nvPr/>
        </p:nvSpPr>
        <p:spPr>
          <a:xfrm>
            <a:off x="1148350" y="1650175"/>
            <a:ext cx="6132600" cy="3006000"/>
          </a:xfrm>
          <a:prstGeom prst="rect">
            <a:avLst/>
          </a:prstGeom>
          <a:noFill/>
          <a:ln>
            <a:noFill/>
          </a:ln>
        </p:spPr>
        <p:txBody>
          <a:bodyPr spcFirstLastPara="1" wrap="square" lIns="91425" tIns="91425" rIns="91425" bIns="91425" anchor="t" anchorCtr="0">
            <a:noAutofit/>
          </a:bodyPr>
          <a:lstStyle/>
          <a:p>
            <a:r>
              <a:rPr lang="en" i="1" dirty="0">
                <a:solidFill>
                  <a:schemeClr val="dk1"/>
                </a:solidFill>
                <a:latin typeface="Hind"/>
                <a:cs typeface="Hind"/>
                <a:sym typeface="Hind"/>
              </a:rPr>
              <a:t>Put some sketches of your assets here and make sure they are colored in.</a:t>
            </a:r>
            <a:endParaRPr lang="en-US" dirty="0">
              <a:solidFill>
                <a:schemeClr val="dk1"/>
              </a:solidFill>
            </a:endParaRPr>
          </a:p>
        </p:txBody>
      </p:sp>
      <p:sp>
        <p:nvSpPr>
          <p:cNvPr id="2" name="TextBox 1">
            <a:extLst>
              <a:ext uri="{FF2B5EF4-FFF2-40B4-BE49-F238E27FC236}">
                <a16:creationId xmlns:a16="http://schemas.microsoft.com/office/drawing/2014/main" id="{968EBEEC-4748-7480-3CD8-B5DF08BB4200}"/>
              </a:ext>
            </a:extLst>
          </p:cNvPr>
          <p:cNvSpPr txBox="1"/>
          <p:nvPr/>
        </p:nvSpPr>
        <p:spPr>
          <a:xfrm>
            <a:off x="6871447" y="4617559"/>
            <a:ext cx="2111188"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1: Task 2</a:t>
            </a:r>
          </a:p>
        </p:txBody>
      </p:sp>
    </p:spTree>
    <p:extLst>
      <p:ext uri="{BB962C8B-B14F-4D97-AF65-F5344CB8AC3E}">
        <p14:creationId xmlns:p14="http://schemas.microsoft.com/office/powerpoint/2010/main" val="3274656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2E75-680B-829A-3F36-5C96FE74B2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5E60A3-819A-3A45-0BAA-14DC8D2A6816}"/>
              </a:ext>
            </a:extLst>
          </p:cNvPr>
          <p:cNvSpPr>
            <a:spLocks noGrp="1"/>
          </p:cNvSpPr>
          <p:nvPr>
            <p:ph type="body" idx="1"/>
          </p:nvPr>
        </p:nvSpPr>
        <p:spPr/>
        <p:txBody>
          <a:bodyPr/>
          <a:lstStyle/>
          <a:p>
            <a:pPr marL="76200" indent="0">
              <a:buNone/>
            </a:pPr>
            <a:r>
              <a:rPr lang="en-AU" sz="4000" i="0" dirty="0"/>
              <a:t>Production</a:t>
            </a:r>
          </a:p>
        </p:txBody>
      </p:sp>
      <p:sp>
        <p:nvSpPr>
          <p:cNvPr id="3" name="TextBox 2">
            <a:extLst>
              <a:ext uri="{FF2B5EF4-FFF2-40B4-BE49-F238E27FC236}">
                <a16:creationId xmlns:a16="http://schemas.microsoft.com/office/drawing/2014/main" id="{18CB3F9B-D6E0-E213-87B7-986056596632}"/>
              </a:ext>
            </a:extLst>
          </p:cNvPr>
          <p:cNvSpPr txBox="1"/>
          <p:nvPr/>
        </p:nvSpPr>
        <p:spPr>
          <a:xfrm>
            <a:off x="4290035" y="4617559"/>
            <a:ext cx="4692600"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 Begin Project Work on the Dungeon</a:t>
            </a:r>
          </a:p>
        </p:txBody>
      </p:sp>
    </p:spTree>
    <p:extLst>
      <p:ext uri="{BB962C8B-B14F-4D97-AF65-F5344CB8AC3E}">
        <p14:creationId xmlns:p14="http://schemas.microsoft.com/office/powerpoint/2010/main" val="1712144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Greybox Screenshots</a:t>
            </a:r>
            <a:endParaRPr/>
          </a:p>
        </p:txBody>
      </p:sp>
      <p:sp>
        <p:nvSpPr>
          <p:cNvPr id="296" name="Google Shape;296;p31"/>
          <p:cNvSpPr txBox="1">
            <a:spLocks noGrp="1"/>
          </p:cNvSpPr>
          <p:nvPr>
            <p:ph type="body" idx="1"/>
          </p:nvPr>
        </p:nvSpPr>
        <p:spPr>
          <a:xfrm>
            <a:off x="1067087" y="1650548"/>
            <a:ext cx="6402753"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dirty="0"/>
              <a:t>Create a greybox of your level and take a screenshot from a nice angle.</a:t>
            </a:r>
          </a:p>
          <a:p>
            <a:pPr marL="0" indent="0">
              <a:buNone/>
            </a:pPr>
            <a:r>
              <a:rPr lang="en-AU" sz="1400" i="1" dirty="0">
                <a:effectLst/>
                <a:latin typeface="Calibri" panose="020F0502020204030204" pitchFamily="34" charset="0"/>
                <a:ea typeface="Calibri" panose="020F0502020204030204" pitchFamily="34" charset="0"/>
                <a:cs typeface="Calibri" panose="020F0502020204030204" pitchFamily="34" charset="0"/>
              </a:rPr>
              <a:t>These models will require the use of </a:t>
            </a:r>
            <a:r>
              <a:rPr lang="en-AU" sz="1400" i="1" u="sng" dirty="0">
                <a:solidFill>
                  <a:srgbClr val="C0504D"/>
                </a:solidFill>
                <a:effectLst/>
                <a:latin typeface="Calibri" panose="020F0502020204030204" pitchFamily="34" charset="0"/>
                <a:ea typeface="Calibri" panose="020F0502020204030204" pitchFamily="34" charset="0"/>
                <a:cs typeface="Calibri" panose="020F0502020204030204" pitchFamily="34" charset="0"/>
              </a:rPr>
              <a:t>prefabs, collision &amp; basic materials (with a base </a:t>
            </a:r>
            <a:r>
              <a:rPr lang="en-AU" sz="1400" i="1" u="sng" dirty="0" err="1">
                <a:solidFill>
                  <a:srgbClr val="C0504D"/>
                </a:solidFill>
                <a:effectLst/>
                <a:latin typeface="Calibri" panose="020F0502020204030204" pitchFamily="34" charset="0"/>
                <a:ea typeface="Calibri" panose="020F0502020204030204" pitchFamily="34" charset="0"/>
                <a:cs typeface="Calibri" panose="020F0502020204030204" pitchFamily="34" charset="0"/>
              </a:rPr>
              <a:t>color</a:t>
            </a:r>
            <a:r>
              <a:rPr lang="en-AU" sz="1400" i="1" u="sng" dirty="0">
                <a:solidFill>
                  <a:srgbClr val="C0504D"/>
                </a:solidFill>
                <a:effectLst/>
                <a:latin typeface="Calibri" panose="020F0502020204030204" pitchFamily="34" charset="0"/>
                <a:ea typeface="Calibri" panose="020F0502020204030204" pitchFamily="34" charset="0"/>
                <a:cs typeface="Calibri" panose="020F0502020204030204" pitchFamily="34" charset="0"/>
              </a:rPr>
              <a:t> attached).</a:t>
            </a:r>
            <a:r>
              <a:rPr lang="en" sz="1400" i="1" dirty="0"/>
              <a:t> </a:t>
            </a:r>
          </a:p>
          <a:p>
            <a:pPr marL="0" indent="0">
              <a:buNone/>
            </a:pPr>
            <a:r>
              <a:rPr lang="en-AU" sz="1400" i="1" dirty="0">
                <a:effectLst/>
                <a:latin typeface="Calibri" panose="020F0502020204030204" pitchFamily="34" charset="0"/>
                <a:ea typeface="Calibri" panose="020F0502020204030204" pitchFamily="34" charset="0"/>
                <a:cs typeface="Calibri" panose="020F0502020204030204" pitchFamily="34" charset="0"/>
              </a:rPr>
              <a:t>Save the scene/level as a separate file and name it ‘</a:t>
            </a:r>
            <a:r>
              <a:rPr lang="en-AU" sz="1400" i="1" dirty="0" err="1">
                <a:effectLst/>
                <a:latin typeface="Calibri" panose="020F0502020204030204" pitchFamily="34" charset="0"/>
                <a:ea typeface="Calibri" panose="020F0502020204030204" pitchFamily="34" charset="0"/>
                <a:cs typeface="Calibri" panose="020F0502020204030204" pitchFamily="34" charset="0"/>
              </a:rPr>
              <a:t>DungeonLevel_Greybox</a:t>
            </a:r>
            <a:r>
              <a:rPr lang="en-AU" sz="1400" i="1" dirty="0">
                <a:effectLst/>
                <a:latin typeface="Calibri" panose="020F0502020204030204" pitchFamily="34" charset="0"/>
                <a:ea typeface="Calibri" panose="020F0502020204030204" pitchFamily="34" charset="0"/>
                <a:cs typeface="Calibri" panose="020F0502020204030204" pitchFamily="34" charset="0"/>
              </a:rPr>
              <a:t>’.</a:t>
            </a:r>
          </a:p>
          <a:p>
            <a:pPr marL="0" indent="0">
              <a:buNone/>
            </a:pPr>
            <a:r>
              <a:rPr lang="en-AU" sz="1400" i="1" dirty="0">
                <a:effectLst/>
                <a:latin typeface="Calibri" panose="020F0502020204030204" pitchFamily="34" charset="0"/>
                <a:ea typeface="Calibri" panose="020F0502020204030204" pitchFamily="34" charset="0"/>
                <a:cs typeface="Calibri" panose="020F0502020204030204" pitchFamily="34" charset="0"/>
              </a:rPr>
              <a:t>At this stage, you should implement the first-person character controller and be able to walk around your scene. </a:t>
            </a:r>
            <a:r>
              <a:rPr lang="en-AU" sz="1400" b="1" i="1" dirty="0">
                <a:effectLst/>
                <a:latin typeface="Calibri" panose="020F0502020204030204" pitchFamily="34" charset="0"/>
                <a:ea typeface="Calibri" panose="020F0502020204030204" pitchFamily="34" charset="0"/>
                <a:cs typeface="Calibri" panose="020F0502020204030204" pitchFamily="34" charset="0"/>
              </a:rPr>
              <a:t>This will be your </a:t>
            </a:r>
            <a:r>
              <a:rPr lang="en-AU" sz="1400" b="1" i="1" dirty="0">
                <a:solidFill>
                  <a:srgbClr val="76923C"/>
                </a:solidFill>
                <a:effectLst/>
                <a:latin typeface="Calibri" panose="020F0502020204030204" pitchFamily="34" charset="0"/>
                <a:ea typeface="Calibri" panose="020F0502020204030204" pitchFamily="34" charset="0"/>
                <a:cs typeface="Calibri" panose="020F0502020204030204" pitchFamily="34" charset="0"/>
              </a:rPr>
              <a:t>‘Alpha’ </a:t>
            </a:r>
            <a:r>
              <a:rPr lang="en-AU" sz="1400" b="1" i="1" dirty="0">
                <a:effectLst/>
                <a:latin typeface="Calibri" panose="020F0502020204030204" pitchFamily="34" charset="0"/>
                <a:ea typeface="Calibri" panose="020F0502020204030204" pitchFamily="34" charset="0"/>
                <a:cs typeface="Calibri" panose="020F0502020204030204" pitchFamily="34" charset="0"/>
              </a:rPr>
              <a:t>milestone.</a:t>
            </a:r>
            <a:endParaRPr lang="en-AU" sz="1400" i="1"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sz="1400" i="1" dirty="0"/>
          </a:p>
        </p:txBody>
      </p:sp>
      <p:sp>
        <p:nvSpPr>
          <p:cNvPr id="2" name="TextBox 1">
            <a:extLst>
              <a:ext uri="{FF2B5EF4-FFF2-40B4-BE49-F238E27FC236}">
                <a16:creationId xmlns:a16="http://schemas.microsoft.com/office/drawing/2014/main" id="{5A56DBA7-7791-633F-AD9A-460B61E81B29}"/>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2"/>
          <p:cNvSpPr txBox="1">
            <a:spLocks noGrp="1"/>
          </p:cNvSpPr>
          <p:nvPr>
            <p:ph type="ctrTitle"/>
          </p:nvPr>
        </p:nvSpPr>
        <p:spPr>
          <a:xfrm>
            <a:off x="2328150" y="1991825"/>
            <a:ext cx="4487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Refined Assets</a:t>
            </a:r>
            <a:endParaRPr/>
          </a:p>
        </p:txBody>
      </p:sp>
      <p:sp>
        <p:nvSpPr>
          <p:cNvPr id="2" name="TextBox 1">
            <a:extLst>
              <a:ext uri="{FF2B5EF4-FFF2-40B4-BE49-F238E27FC236}">
                <a16:creationId xmlns:a16="http://schemas.microsoft.com/office/drawing/2014/main" id="{0C86F8FF-6BCD-BD79-F28A-80F80AE889FD}"/>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3"/>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Refined Assets Screenshots</a:t>
            </a:r>
            <a:endParaRPr/>
          </a:p>
        </p:txBody>
      </p:sp>
      <p:sp>
        <p:nvSpPr>
          <p:cNvPr id="309" name="Google Shape;309;p33"/>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a:t>Insert Screenshots of refined assets.</a:t>
            </a:r>
            <a:endParaRPr sz="1400" i="1"/>
          </a:p>
        </p:txBody>
      </p:sp>
      <p:sp>
        <p:nvSpPr>
          <p:cNvPr id="2" name="TextBox 1">
            <a:extLst>
              <a:ext uri="{FF2B5EF4-FFF2-40B4-BE49-F238E27FC236}">
                <a16:creationId xmlns:a16="http://schemas.microsoft.com/office/drawing/2014/main" id="{BD46F05E-407C-0D06-AA6B-2F3863273DEE}"/>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4"/>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Animation: Pass 1</a:t>
            </a:r>
            <a:endParaRPr/>
          </a:p>
        </p:txBody>
      </p:sp>
      <p:sp>
        <p:nvSpPr>
          <p:cNvPr id="316" name="Google Shape;316;p34"/>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a:t>Insert Screenshots of the required models animating in their ‘pass 1’ stage along with any feedback from the trainer on how to improve them.</a:t>
            </a:r>
            <a:endParaRPr sz="1400" i="1"/>
          </a:p>
        </p:txBody>
      </p:sp>
      <p:sp>
        <p:nvSpPr>
          <p:cNvPr id="2" name="TextBox 1">
            <a:extLst>
              <a:ext uri="{FF2B5EF4-FFF2-40B4-BE49-F238E27FC236}">
                <a16:creationId xmlns:a16="http://schemas.microsoft.com/office/drawing/2014/main" id="{76B70C33-2554-5AC4-7462-D534880F47F5}"/>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6"/>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Particle Effects &amp; Lighting</a:t>
            </a:r>
            <a:endParaRPr/>
          </a:p>
        </p:txBody>
      </p:sp>
      <p:sp>
        <p:nvSpPr>
          <p:cNvPr id="330" name="Google Shape;330;p36"/>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a:t>Insert Screenshots of particle effects &amp; lighting</a:t>
            </a:r>
            <a:endParaRPr sz="1400" i="1"/>
          </a:p>
        </p:txBody>
      </p:sp>
      <p:sp>
        <p:nvSpPr>
          <p:cNvPr id="2" name="TextBox 1">
            <a:extLst>
              <a:ext uri="{FF2B5EF4-FFF2-40B4-BE49-F238E27FC236}">
                <a16:creationId xmlns:a16="http://schemas.microsoft.com/office/drawing/2014/main" id="{BD22F994-2574-70D6-EDE3-82CB45F79CE8}"/>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Additional Effects</a:t>
            </a:r>
            <a:endParaRPr/>
          </a:p>
        </p:txBody>
      </p:sp>
      <p:sp>
        <p:nvSpPr>
          <p:cNvPr id="337" name="Google Shape;337;p37"/>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dirty="0"/>
              <a:t>Insert Screenshots/Recordings of:</a:t>
            </a:r>
            <a:endParaRPr sz="1400" i="1" dirty="0"/>
          </a:p>
          <a:p>
            <a:pPr marL="0" indent="0">
              <a:buNone/>
            </a:pPr>
            <a:endParaRPr lang="en" sz="1400" i="1" dirty="0"/>
          </a:p>
          <a:p>
            <a:pPr marL="0" lvl="0" indent="0" algn="l" rtl="0">
              <a:spcBef>
                <a:spcPts val="600"/>
              </a:spcBef>
              <a:spcAft>
                <a:spcPts val="0"/>
              </a:spcAft>
              <a:buNone/>
            </a:pPr>
            <a:r>
              <a:rPr lang="en" sz="1400" i="1" dirty="0"/>
              <a:t>Post-Processing effects: x2</a:t>
            </a:r>
            <a:endParaRPr sz="1400" i="1" dirty="0"/>
          </a:p>
          <a:p>
            <a:pPr marL="0" lvl="0" indent="0" algn="l" rtl="0">
              <a:spcBef>
                <a:spcPts val="600"/>
              </a:spcBef>
              <a:spcAft>
                <a:spcPts val="0"/>
              </a:spcAft>
              <a:buNone/>
            </a:pPr>
            <a:r>
              <a:rPr lang="en" sz="1400" i="1" dirty="0"/>
              <a:t>Audio / Sound effects x2</a:t>
            </a:r>
            <a:endParaRPr sz="1400" i="1" dirty="0"/>
          </a:p>
          <a:p>
            <a:pPr marL="0" lvl="0" indent="0" algn="l" rtl="0">
              <a:spcBef>
                <a:spcPts val="600"/>
              </a:spcBef>
              <a:spcAft>
                <a:spcPts val="0"/>
              </a:spcAft>
              <a:buNone/>
            </a:pPr>
            <a:r>
              <a:rPr lang="en" sz="1400" i="1" dirty="0"/>
              <a:t>Nice Screenshots of your game area.</a:t>
            </a:r>
            <a:endParaRPr sz="1400" i="1" dirty="0"/>
          </a:p>
        </p:txBody>
      </p:sp>
      <p:sp>
        <p:nvSpPr>
          <p:cNvPr id="2" name="TextBox 1">
            <a:extLst>
              <a:ext uri="{FF2B5EF4-FFF2-40B4-BE49-F238E27FC236}">
                <a16:creationId xmlns:a16="http://schemas.microsoft.com/office/drawing/2014/main" id="{0B1833C5-F573-19F7-8EC3-8F6814BAA58C}"/>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2: Task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9"/>
          <p:cNvSpPr txBox="1">
            <a:spLocks noGrp="1"/>
          </p:cNvSpPr>
          <p:nvPr>
            <p:ph type="ctrTitle"/>
          </p:nvPr>
        </p:nvSpPr>
        <p:spPr>
          <a:xfrm>
            <a:off x="2328150" y="1991825"/>
            <a:ext cx="4487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Peer Review</a:t>
            </a:r>
            <a:endParaRPr dirty="0"/>
          </a:p>
        </p:txBody>
      </p:sp>
      <p:sp>
        <p:nvSpPr>
          <p:cNvPr id="2" name="TextBox 1">
            <a:extLst>
              <a:ext uri="{FF2B5EF4-FFF2-40B4-BE49-F238E27FC236}">
                <a16:creationId xmlns:a16="http://schemas.microsoft.com/office/drawing/2014/main" id="{837724A2-D3AB-2996-AC45-58BBE517E3F8}"/>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 Prepare for Gold Milestone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8"/>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Bugs/Issues.</a:t>
            </a:r>
            <a:endParaRPr/>
          </a:p>
        </p:txBody>
      </p:sp>
      <p:sp>
        <p:nvSpPr>
          <p:cNvPr id="344" name="Google Shape;344;p38"/>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i="1"/>
              <a:t>Note any bugs/issues with your level here.</a:t>
            </a:r>
            <a:endParaRPr sz="1400" i="1"/>
          </a:p>
        </p:txBody>
      </p:sp>
      <p:sp>
        <p:nvSpPr>
          <p:cNvPr id="2" name="TextBox 1">
            <a:extLst>
              <a:ext uri="{FF2B5EF4-FFF2-40B4-BE49-F238E27FC236}">
                <a16:creationId xmlns:a16="http://schemas.microsoft.com/office/drawing/2014/main" id="{1140E8DF-3DFC-2FFE-BC35-971FC88542B3}"/>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Task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0"/>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Feedback: Peer #1</a:t>
            </a:r>
            <a:endParaRPr/>
          </a:p>
        </p:txBody>
      </p:sp>
      <p:sp>
        <p:nvSpPr>
          <p:cNvPr id="357" name="Google Shape;357;p40"/>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400" i="1"/>
          </a:p>
        </p:txBody>
      </p:sp>
      <p:sp>
        <p:nvSpPr>
          <p:cNvPr id="2" name="TextBox 1">
            <a:extLst>
              <a:ext uri="{FF2B5EF4-FFF2-40B4-BE49-F238E27FC236}">
                <a16:creationId xmlns:a16="http://schemas.microsoft.com/office/drawing/2014/main" id="{3B474A07-AE38-60E5-82EB-3822F1D6B97A}"/>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Task 2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Feedback: Peer #2</a:t>
            </a:r>
            <a:endParaRPr/>
          </a:p>
        </p:txBody>
      </p:sp>
      <p:sp>
        <p:nvSpPr>
          <p:cNvPr id="364" name="Google Shape;364;p41"/>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400" i="1"/>
          </a:p>
        </p:txBody>
      </p:sp>
      <p:sp>
        <p:nvSpPr>
          <p:cNvPr id="2" name="TextBox 1">
            <a:extLst>
              <a:ext uri="{FF2B5EF4-FFF2-40B4-BE49-F238E27FC236}">
                <a16:creationId xmlns:a16="http://schemas.microsoft.com/office/drawing/2014/main" id="{A30A3696-9D77-D7DA-E934-FF71F29C890B}"/>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Task 2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Changelog:</a:t>
            </a:r>
            <a:endParaRPr dirty="0"/>
          </a:p>
        </p:txBody>
      </p:sp>
      <p:sp>
        <p:nvSpPr>
          <p:cNvPr id="364" name="Google Shape;364;p41"/>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400" i="1" dirty="0"/>
          </a:p>
        </p:txBody>
      </p:sp>
      <p:sp>
        <p:nvSpPr>
          <p:cNvPr id="2" name="TextBox 1">
            <a:extLst>
              <a:ext uri="{FF2B5EF4-FFF2-40B4-BE49-F238E27FC236}">
                <a16:creationId xmlns:a16="http://schemas.microsoft.com/office/drawing/2014/main" id="{E753BEAC-2FF9-6D8A-4477-2F8EB2867AF5}"/>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Task 3 </a:t>
            </a:r>
          </a:p>
        </p:txBody>
      </p:sp>
    </p:spTree>
    <p:extLst>
      <p:ext uri="{BB962C8B-B14F-4D97-AF65-F5344CB8AC3E}">
        <p14:creationId xmlns:p14="http://schemas.microsoft.com/office/powerpoint/2010/main" val="3701878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2"/>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Feedback: Trainer</a:t>
            </a:r>
            <a:endParaRPr/>
          </a:p>
        </p:txBody>
      </p:sp>
      <p:sp>
        <p:nvSpPr>
          <p:cNvPr id="371" name="Google Shape;371;p42"/>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400" i="1"/>
          </a:p>
        </p:txBody>
      </p:sp>
      <p:sp>
        <p:nvSpPr>
          <p:cNvPr id="2" name="TextBox 1">
            <a:extLst>
              <a:ext uri="{FF2B5EF4-FFF2-40B4-BE49-F238E27FC236}">
                <a16:creationId xmlns:a16="http://schemas.microsoft.com/office/drawing/2014/main" id="{066019BF-5A28-DB0D-2DCB-C6044540DADA}"/>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3: Task 3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3C7B5062-08CF-3784-BA64-3C9309E33594}"/>
            </a:ext>
          </a:extLst>
        </p:cNvPr>
        <p:cNvGrpSpPr/>
        <p:nvPr/>
      </p:nvGrpSpPr>
      <p:grpSpPr>
        <a:xfrm>
          <a:off x="0" y="0"/>
          <a:ext cx="0" cy="0"/>
          <a:chOff x="0" y="0"/>
          <a:chExt cx="0" cy="0"/>
        </a:xfrm>
      </p:grpSpPr>
      <p:sp>
        <p:nvSpPr>
          <p:cNvPr id="350" name="Google Shape;350;p39">
            <a:extLst>
              <a:ext uri="{FF2B5EF4-FFF2-40B4-BE49-F238E27FC236}">
                <a16:creationId xmlns:a16="http://schemas.microsoft.com/office/drawing/2014/main" id="{C53AA53C-CB2B-F51B-1FF8-6011444B43F5}"/>
              </a:ext>
            </a:extLst>
          </p:cNvPr>
          <p:cNvSpPr txBox="1">
            <a:spLocks noGrp="1"/>
          </p:cNvSpPr>
          <p:nvPr>
            <p:ph type="ctrTitle"/>
          </p:nvPr>
        </p:nvSpPr>
        <p:spPr>
          <a:xfrm>
            <a:off x="2328150" y="1991825"/>
            <a:ext cx="4487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Post-Mortem</a:t>
            </a:r>
            <a:endParaRPr dirty="0"/>
          </a:p>
        </p:txBody>
      </p:sp>
      <p:sp>
        <p:nvSpPr>
          <p:cNvPr id="2" name="TextBox 1">
            <a:extLst>
              <a:ext uri="{FF2B5EF4-FFF2-40B4-BE49-F238E27FC236}">
                <a16:creationId xmlns:a16="http://schemas.microsoft.com/office/drawing/2014/main" id="{B2A1377A-8E48-789F-41B1-61C1D49D7DD6}"/>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4 – Post-Mortem &amp; Submit</a:t>
            </a:r>
          </a:p>
        </p:txBody>
      </p:sp>
    </p:spTree>
    <p:extLst>
      <p:ext uri="{BB962C8B-B14F-4D97-AF65-F5344CB8AC3E}">
        <p14:creationId xmlns:p14="http://schemas.microsoft.com/office/powerpoint/2010/main" val="2042485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AF4469DC-9C98-39A2-04CD-6158BD7A6415}"/>
            </a:ext>
          </a:extLst>
        </p:cNvPr>
        <p:cNvGrpSpPr/>
        <p:nvPr/>
      </p:nvGrpSpPr>
      <p:grpSpPr>
        <a:xfrm>
          <a:off x="0" y="0"/>
          <a:ext cx="0" cy="0"/>
          <a:chOff x="0" y="0"/>
          <a:chExt cx="0" cy="0"/>
        </a:xfrm>
      </p:grpSpPr>
      <p:sp>
        <p:nvSpPr>
          <p:cNvPr id="363" name="Google Shape;363;p41">
            <a:extLst>
              <a:ext uri="{FF2B5EF4-FFF2-40B4-BE49-F238E27FC236}">
                <a16:creationId xmlns:a16="http://schemas.microsoft.com/office/drawing/2014/main" id="{F4023B16-A535-B6F7-BDA2-5DF5AE4A3D42}"/>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Review</a:t>
            </a:r>
            <a:endParaRPr dirty="0"/>
          </a:p>
        </p:txBody>
      </p:sp>
      <p:sp>
        <p:nvSpPr>
          <p:cNvPr id="364" name="Google Shape;364;p41">
            <a:extLst>
              <a:ext uri="{FF2B5EF4-FFF2-40B4-BE49-F238E27FC236}">
                <a16:creationId xmlns:a16="http://schemas.microsoft.com/office/drawing/2014/main" id="{3F09EA67-8971-7210-E3D5-F7A22E7ADF7C}"/>
              </a:ext>
            </a:extLst>
          </p:cNvPr>
          <p:cNvSpPr txBox="1">
            <a:spLocks noGrp="1"/>
          </p:cNvSpPr>
          <p:nvPr>
            <p:ph type="body" idx="1"/>
          </p:nvPr>
        </p:nvSpPr>
        <p:spPr>
          <a:xfrm>
            <a:off x="1067088" y="1650548"/>
            <a:ext cx="5972100" cy="2764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400" i="1" dirty="0"/>
              <a:t>Write a wholistic and personal review of the project from your perspective.</a:t>
            </a:r>
          </a:p>
          <a:p>
            <a:pPr marL="0" lvl="0" indent="0" algn="l" rtl="0">
              <a:spcBef>
                <a:spcPts val="600"/>
              </a:spcBef>
              <a:spcAft>
                <a:spcPts val="0"/>
              </a:spcAft>
              <a:buNone/>
            </a:pPr>
            <a:endParaRPr lang="en-AU" sz="1400" i="1" dirty="0"/>
          </a:p>
          <a:p>
            <a:pPr marL="342900" lvl="0" indent="-342900" algn="l" rtl="0">
              <a:spcBef>
                <a:spcPts val="600"/>
              </a:spcBef>
              <a:spcAft>
                <a:spcPts val="0"/>
              </a:spcAft>
              <a:buFont typeface="+mj-lt"/>
              <a:buAutoNum type="arabicPeriod"/>
            </a:pPr>
            <a:r>
              <a:rPr lang="en-AU" sz="1400" i="1" dirty="0"/>
              <a:t>What did you like about it?</a:t>
            </a:r>
          </a:p>
          <a:p>
            <a:pPr marL="342900" lvl="0" indent="-342900" algn="l" rtl="0">
              <a:spcBef>
                <a:spcPts val="600"/>
              </a:spcBef>
              <a:spcAft>
                <a:spcPts val="0"/>
              </a:spcAft>
              <a:buFont typeface="+mj-lt"/>
              <a:buAutoNum type="arabicPeriod"/>
            </a:pPr>
            <a:r>
              <a:rPr lang="en-AU" sz="1400" i="1" dirty="0"/>
              <a:t>What would you want to change about it? (If anything)</a:t>
            </a:r>
          </a:p>
          <a:p>
            <a:pPr marL="342900" lvl="0" indent="-342900" algn="l" rtl="0">
              <a:spcBef>
                <a:spcPts val="600"/>
              </a:spcBef>
              <a:spcAft>
                <a:spcPts val="0"/>
              </a:spcAft>
              <a:buFont typeface="+mj-lt"/>
              <a:buAutoNum type="arabicPeriod"/>
            </a:pPr>
            <a:r>
              <a:rPr lang="en-AU" sz="1400" i="1" dirty="0"/>
              <a:t>How can you improve this project next time?</a:t>
            </a:r>
            <a:endParaRPr sz="1400" i="1" dirty="0"/>
          </a:p>
        </p:txBody>
      </p:sp>
      <p:sp>
        <p:nvSpPr>
          <p:cNvPr id="2" name="TextBox 1">
            <a:extLst>
              <a:ext uri="{FF2B5EF4-FFF2-40B4-BE49-F238E27FC236}">
                <a16:creationId xmlns:a16="http://schemas.microsoft.com/office/drawing/2014/main" id="{6B14081F-484E-9023-DA01-73E154E6F897}"/>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4: Task 1</a:t>
            </a:r>
          </a:p>
        </p:txBody>
      </p:sp>
    </p:spTree>
    <p:extLst>
      <p:ext uri="{BB962C8B-B14F-4D97-AF65-F5344CB8AC3E}">
        <p14:creationId xmlns:p14="http://schemas.microsoft.com/office/powerpoint/2010/main" val="3287048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0">
          <a:extLst>
            <a:ext uri="{FF2B5EF4-FFF2-40B4-BE49-F238E27FC236}">
              <a16:creationId xmlns:a16="http://schemas.microsoft.com/office/drawing/2014/main" id="{C71E4E43-DFEB-DE25-9CE4-4C314D3012B4}"/>
            </a:ext>
          </a:extLst>
        </p:cNvPr>
        <p:cNvGrpSpPr/>
        <p:nvPr/>
      </p:nvGrpSpPr>
      <p:grpSpPr>
        <a:xfrm>
          <a:off x="0" y="0"/>
          <a:ext cx="0" cy="0"/>
          <a:chOff x="0" y="0"/>
          <a:chExt cx="0" cy="0"/>
        </a:xfrm>
      </p:grpSpPr>
      <p:sp>
        <p:nvSpPr>
          <p:cNvPr id="211" name="Google Shape;211;p18">
            <a:extLst>
              <a:ext uri="{FF2B5EF4-FFF2-40B4-BE49-F238E27FC236}">
                <a16:creationId xmlns:a16="http://schemas.microsoft.com/office/drawing/2014/main" id="{2753FA25-AD93-2ED6-D7B6-96E521CE0B3A}"/>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Teamwork Review</a:t>
            </a:r>
            <a:endParaRPr dirty="0"/>
          </a:p>
        </p:txBody>
      </p:sp>
      <p:sp>
        <p:nvSpPr>
          <p:cNvPr id="212" name="Google Shape;212;p18">
            <a:extLst>
              <a:ext uri="{FF2B5EF4-FFF2-40B4-BE49-F238E27FC236}">
                <a16:creationId xmlns:a16="http://schemas.microsoft.com/office/drawing/2014/main" id="{BA350AC7-83E3-748B-43DF-C62F3D0AF20B}"/>
              </a:ext>
            </a:extLst>
          </p:cNvPr>
          <p:cNvSpPr txBox="1">
            <a:spLocks noGrp="1"/>
          </p:cNvSpPr>
          <p:nvPr>
            <p:ph type="body" idx="1"/>
          </p:nvPr>
        </p:nvSpPr>
        <p:spPr>
          <a:xfrm>
            <a:off x="1067088" y="1650548"/>
            <a:ext cx="5972100" cy="484623"/>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200" i="1" dirty="0"/>
              <a:t>Describe a few things that went wrong in the project in each of these areas.</a:t>
            </a:r>
          </a:p>
        </p:txBody>
      </p:sp>
      <p:graphicFrame>
        <p:nvGraphicFramePr>
          <p:cNvPr id="2" name="Table 1">
            <a:extLst>
              <a:ext uri="{FF2B5EF4-FFF2-40B4-BE49-F238E27FC236}">
                <a16:creationId xmlns:a16="http://schemas.microsoft.com/office/drawing/2014/main" id="{2C3D636E-1007-D3E2-6F0F-2BF572236186}"/>
              </a:ext>
            </a:extLst>
          </p:cNvPr>
          <p:cNvGraphicFramePr>
            <a:graphicFrameLocks noGrp="1"/>
          </p:cNvGraphicFramePr>
          <p:nvPr>
            <p:extLst>
              <p:ext uri="{D42A27DB-BD31-4B8C-83A1-F6EECF244321}">
                <p14:modId xmlns:p14="http://schemas.microsoft.com/office/powerpoint/2010/main" val="2609352082"/>
              </p:ext>
            </p:extLst>
          </p:nvPr>
        </p:nvGraphicFramePr>
        <p:xfrm>
          <a:off x="1005138" y="2278484"/>
          <a:ext cx="6096001" cy="1953345"/>
        </p:xfrm>
        <a:graphic>
          <a:graphicData uri="http://schemas.openxmlformats.org/drawingml/2006/table">
            <a:tbl>
              <a:tblPr firstRow="1" bandRow="1">
                <a:tableStyleId>{5C22544A-7EE6-4342-B048-85BDC9FD1C3A}</a:tableStyleId>
              </a:tblPr>
              <a:tblGrid>
                <a:gridCol w="1492965">
                  <a:extLst>
                    <a:ext uri="{9D8B030D-6E8A-4147-A177-3AD203B41FA5}">
                      <a16:colId xmlns:a16="http://schemas.microsoft.com/office/drawing/2014/main" val="2546810056"/>
                    </a:ext>
                  </a:extLst>
                </a:gridCol>
                <a:gridCol w="1998483">
                  <a:extLst>
                    <a:ext uri="{9D8B030D-6E8A-4147-A177-3AD203B41FA5}">
                      <a16:colId xmlns:a16="http://schemas.microsoft.com/office/drawing/2014/main" val="205359074"/>
                    </a:ext>
                  </a:extLst>
                </a:gridCol>
                <a:gridCol w="2604553">
                  <a:extLst>
                    <a:ext uri="{9D8B030D-6E8A-4147-A177-3AD203B41FA5}">
                      <a16:colId xmlns:a16="http://schemas.microsoft.com/office/drawing/2014/main" val="2497035747"/>
                    </a:ext>
                  </a:extLst>
                </a:gridCol>
              </a:tblGrid>
              <a:tr h="370840">
                <a:tc>
                  <a:txBody>
                    <a:bodyPr/>
                    <a:lstStyle/>
                    <a:p>
                      <a:r>
                        <a:rPr lang="en-AU" sz="1050" dirty="0">
                          <a:latin typeface="Hind" panose="02000000000000000000" pitchFamily="2" charset="0"/>
                          <a:cs typeface="Hind" panose="02000000000000000000" pitchFamily="2" charset="0"/>
                        </a:rPr>
                        <a:t>Category</a:t>
                      </a:r>
                    </a:p>
                  </a:txBody>
                  <a:tcPr anchor="ctr"/>
                </a:tc>
                <a:tc>
                  <a:txBody>
                    <a:bodyPr/>
                    <a:lstStyle/>
                    <a:p>
                      <a:r>
                        <a:rPr lang="en-AU" sz="1050" dirty="0">
                          <a:latin typeface="Hind" panose="02000000000000000000" pitchFamily="2" charset="0"/>
                          <a:cs typeface="Hind" panose="02000000000000000000" pitchFamily="2" charset="0"/>
                        </a:rPr>
                        <a:t>Ways you can Improve</a:t>
                      </a:r>
                    </a:p>
                  </a:txBody>
                  <a:tcPr anchor="ctr"/>
                </a:tc>
                <a:tc>
                  <a:txBody>
                    <a:bodyPr/>
                    <a:lstStyle/>
                    <a:p>
                      <a:r>
                        <a:rPr lang="en-AU" sz="1050" dirty="0">
                          <a:latin typeface="Hind" panose="02000000000000000000" pitchFamily="2" charset="0"/>
                          <a:cs typeface="Hind" panose="02000000000000000000" pitchFamily="2" charset="0"/>
                        </a:rPr>
                        <a:t>Ways your team could improve</a:t>
                      </a:r>
                    </a:p>
                  </a:txBody>
                  <a:tcPr anchor="ctr"/>
                </a:tc>
                <a:extLst>
                  <a:ext uri="{0D108BD9-81ED-4DB2-BD59-A6C34878D82A}">
                    <a16:rowId xmlns:a16="http://schemas.microsoft.com/office/drawing/2014/main" val="387875209"/>
                  </a:ext>
                </a:extLst>
              </a:tr>
              <a:tr h="526703">
                <a:tc>
                  <a:txBody>
                    <a:bodyPr/>
                    <a:lstStyle/>
                    <a:p>
                      <a:r>
                        <a:rPr lang="en-AU" sz="1050" i="1" dirty="0">
                          <a:solidFill>
                            <a:schemeClr val="bg1"/>
                          </a:solidFill>
                          <a:latin typeface="Hind" panose="02000000000000000000" pitchFamily="2" charset="0"/>
                          <a:cs typeface="Hind" panose="02000000000000000000" pitchFamily="2" charset="0"/>
                        </a:rPr>
                        <a:t>Communication</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2792493013"/>
                  </a:ext>
                </a:extLst>
              </a:tr>
              <a:tr h="498423">
                <a:tc>
                  <a:txBody>
                    <a:bodyPr/>
                    <a:lstStyle/>
                    <a:p>
                      <a:r>
                        <a:rPr lang="en-AU" sz="1050" i="1" dirty="0">
                          <a:solidFill>
                            <a:schemeClr val="bg1"/>
                          </a:solidFill>
                          <a:latin typeface="Hind" panose="02000000000000000000" pitchFamily="2" charset="0"/>
                          <a:cs typeface="Hind" panose="02000000000000000000" pitchFamily="2" charset="0"/>
                        </a:rPr>
                        <a:t>Version Control/File Storage</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687348668"/>
                  </a:ext>
                </a:extLst>
              </a:tr>
              <a:tr h="557379">
                <a:tc>
                  <a:txBody>
                    <a:bodyPr/>
                    <a:lstStyle/>
                    <a:p>
                      <a:r>
                        <a:rPr lang="en-AU" sz="1050" i="1" dirty="0">
                          <a:solidFill>
                            <a:schemeClr val="bg1"/>
                          </a:solidFill>
                          <a:latin typeface="Hind" panose="02000000000000000000" pitchFamily="2" charset="0"/>
                          <a:cs typeface="Hind" panose="02000000000000000000" pitchFamily="2" charset="0"/>
                        </a:rPr>
                        <a:t>Task Management</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1665526676"/>
                  </a:ext>
                </a:extLst>
              </a:tr>
            </a:tbl>
          </a:graphicData>
        </a:graphic>
      </p:graphicFrame>
      <p:sp>
        <p:nvSpPr>
          <p:cNvPr id="4" name="TextBox 3">
            <a:extLst>
              <a:ext uri="{FF2B5EF4-FFF2-40B4-BE49-F238E27FC236}">
                <a16:creationId xmlns:a16="http://schemas.microsoft.com/office/drawing/2014/main" id="{89A35080-751A-3EC4-577F-EA501905EDDF}"/>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4: Task 1</a:t>
            </a:r>
          </a:p>
        </p:txBody>
      </p:sp>
    </p:spTree>
    <p:extLst>
      <p:ext uri="{BB962C8B-B14F-4D97-AF65-F5344CB8AC3E}">
        <p14:creationId xmlns:p14="http://schemas.microsoft.com/office/powerpoint/2010/main" val="2280635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0">
          <a:extLst>
            <a:ext uri="{FF2B5EF4-FFF2-40B4-BE49-F238E27FC236}">
              <a16:creationId xmlns:a16="http://schemas.microsoft.com/office/drawing/2014/main" id="{4F862495-9DAE-6110-759A-F91E400F51D0}"/>
            </a:ext>
          </a:extLst>
        </p:cNvPr>
        <p:cNvGrpSpPr/>
        <p:nvPr/>
      </p:nvGrpSpPr>
      <p:grpSpPr>
        <a:xfrm>
          <a:off x="0" y="0"/>
          <a:ext cx="0" cy="0"/>
          <a:chOff x="0" y="0"/>
          <a:chExt cx="0" cy="0"/>
        </a:xfrm>
      </p:grpSpPr>
      <p:sp>
        <p:nvSpPr>
          <p:cNvPr id="211" name="Google Shape;211;p18">
            <a:extLst>
              <a:ext uri="{FF2B5EF4-FFF2-40B4-BE49-F238E27FC236}">
                <a16:creationId xmlns:a16="http://schemas.microsoft.com/office/drawing/2014/main" id="{1E585B4E-255C-1B35-204F-92BE3EBDEFAA}"/>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Future Improvements</a:t>
            </a:r>
            <a:endParaRPr dirty="0"/>
          </a:p>
        </p:txBody>
      </p:sp>
      <p:sp>
        <p:nvSpPr>
          <p:cNvPr id="212" name="Google Shape;212;p18">
            <a:extLst>
              <a:ext uri="{FF2B5EF4-FFF2-40B4-BE49-F238E27FC236}">
                <a16:creationId xmlns:a16="http://schemas.microsoft.com/office/drawing/2014/main" id="{167086BF-7D4C-A41E-FEFB-9269FA00C5C6}"/>
              </a:ext>
            </a:extLst>
          </p:cNvPr>
          <p:cNvSpPr txBox="1">
            <a:spLocks noGrp="1"/>
          </p:cNvSpPr>
          <p:nvPr>
            <p:ph type="body" idx="1"/>
          </p:nvPr>
        </p:nvSpPr>
        <p:spPr>
          <a:xfrm>
            <a:off x="1067088" y="1650548"/>
            <a:ext cx="5972100" cy="748574"/>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AU" sz="1200" i="1" dirty="0"/>
              <a:t>Write down a few ways you and your team could have improved in the following categories:</a:t>
            </a:r>
          </a:p>
        </p:txBody>
      </p:sp>
      <p:graphicFrame>
        <p:nvGraphicFramePr>
          <p:cNvPr id="2" name="Table 1">
            <a:extLst>
              <a:ext uri="{FF2B5EF4-FFF2-40B4-BE49-F238E27FC236}">
                <a16:creationId xmlns:a16="http://schemas.microsoft.com/office/drawing/2014/main" id="{80B6F2F6-2C99-2074-0966-6112206E5BED}"/>
              </a:ext>
            </a:extLst>
          </p:cNvPr>
          <p:cNvGraphicFramePr>
            <a:graphicFrameLocks noGrp="1"/>
          </p:cNvGraphicFramePr>
          <p:nvPr/>
        </p:nvGraphicFramePr>
        <p:xfrm>
          <a:off x="1005138" y="2278484"/>
          <a:ext cx="6096001" cy="1953345"/>
        </p:xfrm>
        <a:graphic>
          <a:graphicData uri="http://schemas.openxmlformats.org/drawingml/2006/table">
            <a:tbl>
              <a:tblPr firstRow="1" bandRow="1">
                <a:tableStyleId>{5C22544A-7EE6-4342-B048-85BDC9FD1C3A}</a:tableStyleId>
              </a:tblPr>
              <a:tblGrid>
                <a:gridCol w="1492965">
                  <a:extLst>
                    <a:ext uri="{9D8B030D-6E8A-4147-A177-3AD203B41FA5}">
                      <a16:colId xmlns:a16="http://schemas.microsoft.com/office/drawing/2014/main" val="2546810056"/>
                    </a:ext>
                  </a:extLst>
                </a:gridCol>
                <a:gridCol w="1998483">
                  <a:extLst>
                    <a:ext uri="{9D8B030D-6E8A-4147-A177-3AD203B41FA5}">
                      <a16:colId xmlns:a16="http://schemas.microsoft.com/office/drawing/2014/main" val="205359074"/>
                    </a:ext>
                  </a:extLst>
                </a:gridCol>
                <a:gridCol w="2604553">
                  <a:extLst>
                    <a:ext uri="{9D8B030D-6E8A-4147-A177-3AD203B41FA5}">
                      <a16:colId xmlns:a16="http://schemas.microsoft.com/office/drawing/2014/main" val="2497035747"/>
                    </a:ext>
                  </a:extLst>
                </a:gridCol>
              </a:tblGrid>
              <a:tr h="370840">
                <a:tc>
                  <a:txBody>
                    <a:bodyPr/>
                    <a:lstStyle/>
                    <a:p>
                      <a:r>
                        <a:rPr lang="en-AU" sz="1050" dirty="0">
                          <a:latin typeface="Hind" panose="02000000000000000000" pitchFamily="2" charset="0"/>
                          <a:cs typeface="Hind" panose="02000000000000000000" pitchFamily="2" charset="0"/>
                        </a:rPr>
                        <a:t>Category</a:t>
                      </a:r>
                    </a:p>
                  </a:txBody>
                  <a:tcPr anchor="ctr"/>
                </a:tc>
                <a:tc>
                  <a:txBody>
                    <a:bodyPr/>
                    <a:lstStyle/>
                    <a:p>
                      <a:r>
                        <a:rPr lang="en-AU" sz="1050" dirty="0">
                          <a:latin typeface="Hind" panose="02000000000000000000" pitchFamily="2" charset="0"/>
                          <a:cs typeface="Hind" panose="02000000000000000000" pitchFamily="2" charset="0"/>
                        </a:rPr>
                        <a:t>Ways you can Improve</a:t>
                      </a:r>
                    </a:p>
                  </a:txBody>
                  <a:tcPr anchor="ctr"/>
                </a:tc>
                <a:tc>
                  <a:txBody>
                    <a:bodyPr/>
                    <a:lstStyle/>
                    <a:p>
                      <a:r>
                        <a:rPr lang="en-AU" sz="1050" dirty="0">
                          <a:latin typeface="Hind" panose="02000000000000000000" pitchFamily="2" charset="0"/>
                          <a:cs typeface="Hind" panose="02000000000000000000" pitchFamily="2" charset="0"/>
                        </a:rPr>
                        <a:t>Ways your team could improve</a:t>
                      </a:r>
                    </a:p>
                  </a:txBody>
                  <a:tcPr anchor="ctr"/>
                </a:tc>
                <a:extLst>
                  <a:ext uri="{0D108BD9-81ED-4DB2-BD59-A6C34878D82A}">
                    <a16:rowId xmlns:a16="http://schemas.microsoft.com/office/drawing/2014/main" val="387875209"/>
                  </a:ext>
                </a:extLst>
              </a:tr>
              <a:tr h="526703">
                <a:tc>
                  <a:txBody>
                    <a:bodyPr/>
                    <a:lstStyle/>
                    <a:p>
                      <a:r>
                        <a:rPr lang="en-AU" sz="1050" i="1" dirty="0">
                          <a:solidFill>
                            <a:schemeClr val="bg1"/>
                          </a:solidFill>
                          <a:latin typeface="Hind" panose="02000000000000000000" pitchFamily="2" charset="0"/>
                          <a:cs typeface="Hind" panose="02000000000000000000" pitchFamily="2" charset="0"/>
                        </a:rPr>
                        <a:t>Communication</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2792493013"/>
                  </a:ext>
                </a:extLst>
              </a:tr>
              <a:tr h="498423">
                <a:tc>
                  <a:txBody>
                    <a:bodyPr/>
                    <a:lstStyle/>
                    <a:p>
                      <a:r>
                        <a:rPr lang="en-AU" sz="1050" i="1" dirty="0">
                          <a:solidFill>
                            <a:schemeClr val="bg1"/>
                          </a:solidFill>
                          <a:latin typeface="Hind" panose="02000000000000000000" pitchFamily="2" charset="0"/>
                          <a:cs typeface="Hind" panose="02000000000000000000" pitchFamily="2" charset="0"/>
                        </a:rPr>
                        <a:t>Version Control/File Storage</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687348668"/>
                  </a:ext>
                </a:extLst>
              </a:tr>
              <a:tr h="557379">
                <a:tc>
                  <a:txBody>
                    <a:bodyPr/>
                    <a:lstStyle/>
                    <a:p>
                      <a:r>
                        <a:rPr lang="en-AU" sz="1050" i="1" dirty="0">
                          <a:solidFill>
                            <a:schemeClr val="bg1"/>
                          </a:solidFill>
                          <a:latin typeface="Hind" panose="02000000000000000000" pitchFamily="2" charset="0"/>
                          <a:cs typeface="Hind" panose="02000000000000000000" pitchFamily="2" charset="0"/>
                        </a:rPr>
                        <a:t>Task Management</a:t>
                      </a: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tc>
                  <a:txBody>
                    <a:bodyPr/>
                    <a:lstStyle/>
                    <a:p>
                      <a:endParaRPr lang="en-AU" sz="1050" dirty="0">
                        <a:solidFill>
                          <a:schemeClr val="bg1"/>
                        </a:solidFill>
                        <a:latin typeface="Hind" panose="02000000000000000000" pitchFamily="2" charset="0"/>
                        <a:cs typeface="Hind" panose="02000000000000000000" pitchFamily="2" charset="0"/>
                      </a:endParaRPr>
                    </a:p>
                  </a:txBody>
                  <a:tcPr anchor="ctr"/>
                </a:tc>
                <a:extLst>
                  <a:ext uri="{0D108BD9-81ED-4DB2-BD59-A6C34878D82A}">
                    <a16:rowId xmlns:a16="http://schemas.microsoft.com/office/drawing/2014/main" val="1665526676"/>
                  </a:ext>
                </a:extLst>
              </a:tr>
            </a:tbl>
          </a:graphicData>
        </a:graphic>
      </p:graphicFrame>
    </p:spTree>
    <p:extLst>
      <p:ext uri="{BB962C8B-B14F-4D97-AF65-F5344CB8AC3E}">
        <p14:creationId xmlns:p14="http://schemas.microsoft.com/office/powerpoint/2010/main" val="1467858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AF4469DC-9C98-39A2-04CD-6158BD7A6415}"/>
            </a:ext>
          </a:extLst>
        </p:cNvPr>
        <p:cNvGrpSpPr/>
        <p:nvPr/>
      </p:nvGrpSpPr>
      <p:grpSpPr>
        <a:xfrm>
          <a:off x="0" y="0"/>
          <a:ext cx="0" cy="0"/>
          <a:chOff x="0" y="0"/>
          <a:chExt cx="0" cy="0"/>
        </a:xfrm>
      </p:grpSpPr>
      <p:sp>
        <p:nvSpPr>
          <p:cNvPr id="363" name="Google Shape;363;p41">
            <a:extLst>
              <a:ext uri="{FF2B5EF4-FFF2-40B4-BE49-F238E27FC236}">
                <a16:creationId xmlns:a16="http://schemas.microsoft.com/office/drawing/2014/main" id="{F4023B16-A535-B6F7-BDA2-5DF5AE4A3D42}"/>
              </a:ext>
            </a:extLst>
          </p:cNvPr>
          <p:cNvSpPr txBox="1">
            <a:spLocks noGrp="1"/>
          </p:cNvSpPr>
          <p:nvPr>
            <p:ph type="title"/>
          </p:nvPr>
        </p:nvSpPr>
        <p:spPr>
          <a:xfrm>
            <a:off x="1067088" y="912850"/>
            <a:ext cx="5972100" cy="63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Gather all Files</a:t>
            </a:r>
            <a:endParaRPr dirty="0"/>
          </a:p>
        </p:txBody>
      </p:sp>
      <p:sp>
        <p:nvSpPr>
          <p:cNvPr id="2" name="TextBox 1">
            <a:extLst>
              <a:ext uri="{FF2B5EF4-FFF2-40B4-BE49-F238E27FC236}">
                <a16:creationId xmlns:a16="http://schemas.microsoft.com/office/drawing/2014/main" id="{6B14081F-484E-9023-DA01-73E154E6F897}"/>
              </a:ext>
            </a:extLst>
          </p:cNvPr>
          <p:cNvSpPr txBox="1"/>
          <p:nvPr/>
        </p:nvSpPr>
        <p:spPr>
          <a:xfrm>
            <a:off x="3886200" y="4617559"/>
            <a:ext cx="5096435" cy="369332"/>
          </a:xfrm>
          <a:prstGeom prst="rect">
            <a:avLst/>
          </a:prstGeom>
          <a:noFill/>
        </p:spPr>
        <p:txBody>
          <a:bodyPr wrap="square" rtlCol="0">
            <a:spAutoFit/>
          </a:bodyPr>
          <a:lstStyle/>
          <a:p>
            <a:pPr algn="r"/>
            <a:r>
              <a:rPr lang="en-AU" sz="1800" dirty="0">
                <a:solidFill>
                  <a:schemeClr val="tx1"/>
                </a:solidFill>
                <a:latin typeface="Calibri" panose="020F0502020204030204" pitchFamily="34" charset="0"/>
                <a:cs typeface="Calibri" panose="020F0502020204030204" pitchFamily="34" charset="0"/>
              </a:rPr>
              <a:t>Part 4: </a:t>
            </a:r>
            <a:r>
              <a:rPr lang="en-AU" sz="1800">
                <a:solidFill>
                  <a:schemeClr val="tx1"/>
                </a:solidFill>
                <a:latin typeface="Calibri" panose="020F0502020204030204" pitchFamily="34" charset="0"/>
                <a:cs typeface="Calibri" panose="020F0502020204030204" pitchFamily="34" charset="0"/>
              </a:rPr>
              <a:t>Task 2</a:t>
            </a:r>
            <a:endParaRPr lang="en-AU" sz="1800" dirty="0">
              <a:solidFill>
                <a:schemeClr val="tx1"/>
              </a:solidFill>
              <a:latin typeface="Calibri" panose="020F0502020204030204" pitchFamily="34" charset="0"/>
              <a:cs typeface="Calibri" panose="020F0502020204030204" pitchFamily="34" charset="0"/>
            </a:endParaRPr>
          </a:p>
        </p:txBody>
      </p:sp>
      <p:sp>
        <p:nvSpPr>
          <p:cNvPr id="4" name="Text Placeholder 3">
            <a:extLst>
              <a:ext uri="{FF2B5EF4-FFF2-40B4-BE49-F238E27FC236}">
                <a16:creationId xmlns:a16="http://schemas.microsoft.com/office/drawing/2014/main" id="{A0608EF3-21DA-A98E-AEE8-EE4E0130D869}"/>
              </a:ext>
            </a:extLst>
          </p:cNvPr>
          <p:cNvSpPr>
            <a:spLocks noGrp="1"/>
          </p:cNvSpPr>
          <p:nvPr>
            <p:ph type="body" idx="1"/>
          </p:nvPr>
        </p:nvSpPr>
        <p:spPr/>
        <p:txBody>
          <a:bodyPr/>
          <a:lstStyle/>
          <a:p>
            <a:endParaRPr lang="en-AU"/>
          </a:p>
        </p:txBody>
      </p:sp>
    </p:spTree>
    <p:extLst>
      <p:ext uri="{BB962C8B-B14F-4D97-AF65-F5344CB8AC3E}">
        <p14:creationId xmlns:p14="http://schemas.microsoft.com/office/powerpoint/2010/main" val="1631034223"/>
      </p:ext>
    </p:extLst>
  </p:cSld>
  <p:clrMapOvr>
    <a:masterClrMapping/>
  </p:clrMapOvr>
</p:sld>
</file>

<file path=ppt/theme/theme1.xml><?xml version="1.0" encoding="utf-8"?>
<a:theme xmlns:a="http://schemas.openxmlformats.org/drawingml/2006/main" name="Dumaine">
  <a:themeElements>
    <a:clrScheme name="Custom 347">
      <a:dk1>
        <a:srgbClr val="FFFFFF"/>
      </a:dk1>
      <a:lt1>
        <a:srgbClr val="041F30"/>
      </a:lt1>
      <a:dk2>
        <a:srgbClr val="E3E7EC"/>
      </a:dk2>
      <a:lt2>
        <a:srgbClr val="5A6B85"/>
      </a:lt2>
      <a:accent1>
        <a:srgbClr val="6699FF"/>
      </a:accent1>
      <a:accent2>
        <a:srgbClr val="33CCFF"/>
      </a:accent2>
      <a:accent3>
        <a:srgbClr val="33CCCC"/>
      </a:accent3>
      <a:accent4>
        <a:srgbClr val="66FF33"/>
      </a:accent4>
      <a:accent5>
        <a:srgbClr val="FF0066"/>
      </a:accent5>
      <a:accent6>
        <a:srgbClr val="FF6600"/>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0663b86-f2b7-4b32-b286-17269b5dc83f}" enabled="1" method="Privileged" siteId="{19537222-55d7-4581-84fb-c2da6e835c74}" contentBits="3" removed="0"/>
</clbl:labelList>
</file>

<file path=docProps/app.xml><?xml version="1.0" encoding="utf-8"?>
<Properties xmlns="http://schemas.openxmlformats.org/officeDocument/2006/extended-properties" xmlns:vt="http://schemas.openxmlformats.org/officeDocument/2006/docPropsVTypes">
  <TotalTime>278</TotalTime>
  <Words>1018</Words>
  <Application>Microsoft Office PowerPoint</Application>
  <PresentationFormat>On-screen Show (16:9)</PresentationFormat>
  <Paragraphs>165</Paragraphs>
  <Slides>37</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Hind</vt:lpstr>
      <vt:lpstr>Calibri</vt:lpstr>
      <vt:lpstr>Arial</vt:lpstr>
      <vt:lpstr>Dumaine</vt:lpstr>
      <vt:lpstr>Dungeon Game Art Bible</vt:lpstr>
      <vt:lpstr>PowerPoint Presentation</vt:lpstr>
      <vt:lpstr>Team Members &amp; Roles</vt:lpstr>
      <vt:lpstr>Team Protocol for the Project</vt:lpstr>
      <vt:lpstr>Communication Tools &amp; Software</vt:lpstr>
      <vt:lpstr>Team Communication</vt:lpstr>
      <vt:lpstr>PowerPoint Presentation</vt:lpstr>
      <vt:lpstr>Game Description</vt:lpstr>
      <vt:lpstr>Software Used in the Project</vt:lpstr>
      <vt:lpstr>Timeline of the project.</vt:lpstr>
      <vt:lpstr>Environment</vt:lpstr>
      <vt:lpstr>Art Style References &amp; Notes</vt:lpstr>
      <vt:lpstr>Asset List - Models</vt:lpstr>
      <vt:lpstr>Asset List - Effects</vt:lpstr>
      <vt:lpstr>File Formats</vt:lpstr>
      <vt:lpstr>Naming Conventions</vt:lpstr>
      <vt:lpstr>Top down sketches of the dungeon map</vt:lpstr>
      <vt:lpstr>Color Pallet</vt:lpstr>
      <vt:lpstr>Concept Art</vt:lpstr>
      <vt:lpstr>PowerPoint Presentation</vt:lpstr>
      <vt:lpstr>Greybox Screenshots</vt:lpstr>
      <vt:lpstr>Refined Assets</vt:lpstr>
      <vt:lpstr>Refined Assets Screenshots</vt:lpstr>
      <vt:lpstr>Animation: Pass 1</vt:lpstr>
      <vt:lpstr>Particle Effects &amp; Lighting</vt:lpstr>
      <vt:lpstr>Additional Effects</vt:lpstr>
      <vt:lpstr>Peer Review</vt:lpstr>
      <vt:lpstr>Bugs/Issues.</vt:lpstr>
      <vt:lpstr>Feedback: Peer #1</vt:lpstr>
      <vt:lpstr>Feedback: Peer #2</vt:lpstr>
      <vt:lpstr>Changelog:</vt:lpstr>
      <vt:lpstr>Feedback: Trainer</vt:lpstr>
      <vt:lpstr>Post-Mortem</vt:lpstr>
      <vt:lpstr>Project Review</vt:lpstr>
      <vt:lpstr>Teamwork Review</vt:lpstr>
      <vt:lpstr>Future Improvements</vt:lpstr>
      <vt:lpstr>Gather all Files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Dungeon Game Art Bible</dc:title>
  <dc:creator>Eddy Humphrey</dc:creator>
  <cp:lastModifiedBy>Eddy Humphrey</cp:lastModifiedBy>
  <cp:revision>61</cp:revision>
  <dcterms:modified xsi:type="dcterms:W3CDTF">2025-10-20T04:59:19Z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Dumaine:5</vt:lpwstr>
  </property>
  <property fmtid="{D5CDD505-2E9C-101B-9397-08002B2CF9AE}" pid="3" name="ClassificationContentMarkingFooterText">
    <vt:lpwstr>OFFICIAL</vt:lpwstr>
  </property>
  <property fmtid="{D5CDD505-2E9C-101B-9397-08002B2CF9AE}" pid="4" name="ClassificationContentMarkingHeaderLocations">
    <vt:lpwstr>Dumaine:4</vt:lpwstr>
  </property>
  <property fmtid="{D5CDD505-2E9C-101B-9397-08002B2CF9AE}" pid="5" name="ClassificationContentMarkingHeaderText">
    <vt:lpwstr>OFFICIAL</vt:lpwstr>
  </property>
</Properties>
</file>